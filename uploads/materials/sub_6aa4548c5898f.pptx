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256" r:id="rId5"/>
    <p:sldId id="257" r:id="rId6"/>
    <p:sldId id="258" r:id="rId7"/>
    <p:sldId id="259" r:id="rId8"/>
    <p:sldId id="279" r:id="rId9"/>
    <p:sldId id="267" r:id="rId10"/>
    <p:sldId id="280" r:id="rId11"/>
    <p:sldId id="263" r:id="rId12"/>
    <p:sldId id="275" r:id="rId13"/>
    <p:sldId id="27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EED540A-1CC2-4B4E-9BAF-545082144486}">
          <p14:sldIdLst>
            <p14:sldId id="256"/>
            <p14:sldId id="257"/>
            <p14:sldId id="258"/>
            <p14:sldId id="259"/>
          </p14:sldIdLst>
        </p14:section>
        <p14:section name="Untitled Section" id="{296CE420-6C74-44B5-94A2-543A2AAB3E05}">
          <p14:sldIdLst>
            <p14:sldId id="279"/>
            <p14:sldId id="267"/>
            <p14:sldId id="280"/>
            <p14:sldId id="263"/>
            <p14:sldId id="275"/>
            <p14:sldId id="27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DC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D1A5C42-4636-4A6A-9001-CA7CD97B08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CC57720-6EA2-4C0E-AB19-0A22BCDB83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7D70DC-E6D5-4048-8AC5-67F4E92F0736}" type="datetimeFigureOut">
              <a:rPr lang="en-US" smtClean="0"/>
              <a:t>8/15/2025</a:t>
            </a:fld>
            <a:endParaRPr lang="en-US"/>
          </a:p>
        </p:txBody>
      </p:sp>
      <p:sp>
        <p:nvSpPr>
          <p:cNvPr id="4" name="Footer Placeholder 3">
            <a:extLst>
              <a:ext uri="{FF2B5EF4-FFF2-40B4-BE49-F238E27FC236}">
                <a16:creationId xmlns:a16="http://schemas.microsoft.com/office/drawing/2014/main" id="{E34AC616-D2D2-4742-9683-2A537932A1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A7EE012-E187-4EEE-9C2F-2125BF40862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481155F-8354-4019-9356-1A95703B072D}" type="slidenum">
              <a:rPr lang="en-US" smtClean="0"/>
              <a:t>‹#›</a:t>
            </a:fld>
            <a:endParaRPr lang="en-US"/>
          </a:p>
        </p:txBody>
      </p:sp>
    </p:spTree>
    <p:extLst>
      <p:ext uri="{BB962C8B-B14F-4D97-AF65-F5344CB8AC3E}">
        <p14:creationId xmlns:p14="http://schemas.microsoft.com/office/powerpoint/2010/main" val="25946059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56C02F-3406-42DD-8956-B66C2D710E25}" type="datetimeFigureOut">
              <a:rPr lang="en-US" smtClean="0"/>
              <a:t>8/15/2025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71D96E-4CA2-485E-9EE5-CEB7143ACC3B}" type="slidenum">
              <a:rPr lang="en-US" smtClean="0"/>
              <a:t>‹#›</a:t>
            </a:fld>
            <a:endParaRPr lang="en-US"/>
          </a:p>
        </p:txBody>
      </p:sp>
    </p:spTree>
    <p:extLst>
      <p:ext uri="{BB962C8B-B14F-4D97-AF65-F5344CB8AC3E}">
        <p14:creationId xmlns:p14="http://schemas.microsoft.com/office/powerpoint/2010/main" val="3511185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7FFE5B-C2CA-473D-8FCA-B26579CCBAAF}"/>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8" name="Picture Placeholder 7">
            <a:extLst>
              <a:ext uri="{FF2B5EF4-FFF2-40B4-BE49-F238E27FC236}">
                <a16:creationId xmlns:a16="http://schemas.microsoft.com/office/drawing/2014/main" id="{5FF4BA3E-4135-4F80-B1C8-C84CDF7C54AB}"/>
              </a:ext>
            </a:extLst>
          </p:cNvPr>
          <p:cNvSpPr>
            <a:spLocks noGrp="1"/>
          </p:cNvSpPr>
          <p:nvPr>
            <p:ph type="pic" sz="quarter" idx="13" hasCustomPrompt="1"/>
          </p:nvPr>
        </p:nvSpPr>
        <p:spPr>
          <a:xfrm flipH="1">
            <a:off x="752100" y="739303"/>
            <a:ext cx="6825035" cy="5379395"/>
          </a:xfrm>
        </p:spPr>
        <p:txBody>
          <a:bodyPr/>
          <a:lstStyle>
            <a:lvl1pPr marL="0" indent="0" algn="ctr">
              <a:buNone/>
              <a:defRPr>
                <a:solidFill>
                  <a:schemeClr val="bg1"/>
                </a:solidFill>
              </a:defRPr>
            </a:lvl1pPr>
          </a:lstStyle>
          <a:p>
            <a:r>
              <a:rPr lang="en-US"/>
              <a:t>Click to add photo</a:t>
            </a:r>
          </a:p>
        </p:txBody>
      </p:sp>
      <p:sp>
        <p:nvSpPr>
          <p:cNvPr id="2" name="Title 1">
            <a:extLst>
              <a:ext uri="{FF2B5EF4-FFF2-40B4-BE49-F238E27FC236}">
                <a16:creationId xmlns:a16="http://schemas.microsoft.com/office/drawing/2014/main" id="{D5CAABB7-A562-4A3F-9DDF-2CE3D13726D1}"/>
              </a:ext>
            </a:extLst>
          </p:cNvPr>
          <p:cNvSpPr>
            <a:spLocks noGrp="1"/>
          </p:cNvSpPr>
          <p:nvPr>
            <p:ph type="title" hasCustomPrompt="1"/>
          </p:nvPr>
        </p:nvSpPr>
        <p:spPr>
          <a:xfrm>
            <a:off x="6322977" y="1663435"/>
            <a:ext cx="5869021" cy="2003898"/>
          </a:xfrm>
          <a:solidFill>
            <a:schemeClr val="accent2">
              <a:alpha val="80000"/>
            </a:schemeClr>
          </a:solidFill>
        </p:spPr>
        <p:txBody>
          <a:bodyPr lIns="557784" tIns="530352" anchor="t">
            <a:noAutofit/>
          </a:bodyPr>
          <a:lstStyle>
            <a:lvl1pPr algn="l">
              <a:lnSpc>
                <a:spcPct val="80000"/>
              </a:lnSpc>
              <a:defRPr sz="5400" cap="all" spc="400" baseline="0">
                <a:ln w="19050">
                  <a:solidFill>
                    <a:schemeClr val="accent5"/>
                  </a:solidFill>
                </a:ln>
              </a:defRPr>
            </a:lvl1pPr>
          </a:lstStyle>
          <a:p>
            <a:r>
              <a:rPr lang="en-US"/>
              <a:t>Click to add title</a:t>
            </a:r>
          </a:p>
        </p:txBody>
      </p:sp>
      <p:sp>
        <p:nvSpPr>
          <p:cNvPr id="14" name="Text Placeholder 17">
            <a:extLst>
              <a:ext uri="{FF2B5EF4-FFF2-40B4-BE49-F238E27FC236}">
                <a16:creationId xmlns:a16="http://schemas.microsoft.com/office/drawing/2014/main" id="{D15807FE-36E0-49EF-93A4-5B9AD83871B6}"/>
              </a:ext>
            </a:extLst>
          </p:cNvPr>
          <p:cNvSpPr>
            <a:spLocks noGrp="1"/>
          </p:cNvSpPr>
          <p:nvPr>
            <p:ph type="body" sz="quarter" idx="15" hasCustomPrompt="1"/>
          </p:nvPr>
        </p:nvSpPr>
        <p:spPr>
          <a:xfrm>
            <a:off x="6822159" y="2878246"/>
            <a:ext cx="4925188" cy="339247"/>
          </a:xfrm>
        </p:spPr>
        <p:txBody>
          <a:bodyPr>
            <a:noAutofit/>
          </a:bodyPr>
          <a:lstStyle>
            <a:lvl1pPr marL="0" indent="0" algn="l">
              <a:buNone/>
              <a:defRPr sz="2400" spc="100" baseline="0">
                <a:solidFill>
                  <a:schemeClr val="accent5"/>
                </a:solidFill>
              </a:defRPr>
            </a:lvl1pPr>
          </a:lstStyle>
          <a:p>
            <a:pPr lvl="0"/>
            <a:r>
              <a:rPr lang="en-US"/>
              <a:t>Click to add name</a:t>
            </a:r>
          </a:p>
        </p:txBody>
      </p:sp>
    </p:spTree>
    <p:extLst>
      <p:ext uri="{BB962C8B-B14F-4D97-AF65-F5344CB8AC3E}">
        <p14:creationId xmlns:p14="http://schemas.microsoft.com/office/powerpoint/2010/main" val="352351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9B8705-C027-4E12-892E-C32FF13296F1}"/>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7" name="Picture Placeholder 7">
            <a:extLst>
              <a:ext uri="{FF2B5EF4-FFF2-40B4-BE49-F238E27FC236}">
                <a16:creationId xmlns:a16="http://schemas.microsoft.com/office/drawing/2014/main" id="{ED685DB5-FA77-4C19-88B8-5A8D733B42BC}"/>
              </a:ext>
            </a:extLst>
          </p:cNvPr>
          <p:cNvSpPr>
            <a:spLocks noGrp="1"/>
          </p:cNvSpPr>
          <p:nvPr>
            <p:ph type="pic" sz="quarter" idx="13" hasCustomPrompt="1"/>
          </p:nvPr>
        </p:nvSpPr>
        <p:spPr>
          <a:xfrm flipH="1">
            <a:off x="5012530" y="0"/>
            <a:ext cx="7196138" cy="6867376"/>
          </a:xfrm>
        </p:spPr>
        <p:txBody>
          <a:bodyPr/>
          <a:lstStyle>
            <a:lvl1pPr marL="0" indent="0" algn="ctr">
              <a:buNone/>
              <a:defRPr>
                <a:solidFill>
                  <a:schemeClr val="bg1"/>
                </a:solidFill>
              </a:defRPr>
            </a:lvl1pPr>
          </a:lstStyle>
          <a:p>
            <a:r>
              <a:rPr lang="en-US"/>
              <a:t>Click to add photo</a:t>
            </a:r>
          </a:p>
        </p:txBody>
      </p:sp>
      <p:sp>
        <p:nvSpPr>
          <p:cNvPr id="4" name="Date Placeholder 3">
            <a:extLst>
              <a:ext uri="{FF2B5EF4-FFF2-40B4-BE49-F238E27FC236}">
                <a16:creationId xmlns:a16="http://schemas.microsoft.com/office/drawing/2014/main" id="{6346919B-FFF8-4FED-8A44-48A7E600EB60}"/>
              </a:ext>
            </a:extLst>
          </p:cNvPr>
          <p:cNvSpPr>
            <a:spLocks noGrp="1"/>
          </p:cNvSpPr>
          <p:nvPr>
            <p:ph type="dt" sz="half" idx="10"/>
          </p:nvPr>
        </p:nvSpPr>
        <p:spPr/>
        <p:txBody>
          <a:bodyPr/>
          <a:lstStyle/>
          <a:p>
            <a:r>
              <a:rPr lang="en-US"/>
              <a:t>8/06/20XX</a:t>
            </a:r>
          </a:p>
        </p:txBody>
      </p:sp>
      <p:sp>
        <p:nvSpPr>
          <p:cNvPr id="5" name="Footer Placeholder 4">
            <a:extLst>
              <a:ext uri="{FF2B5EF4-FFF2-40B4-BE49-F238E27FC236}">
                <a16:creationId xmlns:a16="http://schemas.microsoft.com/office/drawing/2014/main" id="{C6DF28B0-8A34-4E86-9FE3-20BD880CD9C3}"/>
              </a:ext>
            </a:extLst>
          </p:cNvPr>
          <p:cNvSpPr>
            <a:spLocks noGrp="1"/>
          </p:cNvSpPr>
          <p:nvPr>
            <p:ph type="ftr" sz="quarter" idx="11"/>
          </p:nvPr>
        </p:nvSpPr>
        <p:spPr/>
        <p:txBody>
          <a:bodyPr/>
          <a:lstStyle/>
          <a:p>
            <a:r>
              <a:rPr lang="en-US"/>
              <a:t>PITCH DECK</a:t>
            </a:r>
          </a:p>
        </p:txBody>
      </p:sp>
      <p:sp>
        <p:nvSpPr>
          <p:cNvPr id="6" name="Slide Number Placeholder 5">
            <a:extLst>
              <a:ext uri="{FF2B5EF4-FFF2-40B4-BE49-F238E27FC236}">
                <a16:creationId xmlns:a16="http://schemas.microsoft.com/office/drawing/2014/main" id="{D4BE1CCB-96B6-4D9F-A932-D0EBDBD7DA45}"/>
              </a:ext>
            </a:extLst>
          </p:cNvPr>
          <p:cNvSpPr>
            <a:spLocks noGrp="1"/>
          </p:cNvSpPr>
          <p:nvPr>
            <p:ph type="sldNum" sz="quarter" idx="12"/>
          </p:nvPr>
        </p:nvSpPr>
        <p:spPr/>
        <p:txBody>
          <a:bodyPr/>
          <a:lstStyle/>
          <a:p>
            <a:fld id="{A402E4C0-AD5E-4E8C-9F21-7CCE474BDCEB}" type="slidenum">
              <a:rPr lang="en-US" smtClean="0"/>
              <a:t>‹#›</a:t>
            </a:fld>
            <a:endParaRPr lang="en-US"/>
          </a:p>
        </p:txBody>
      </p:sp>
      <p:sp>
        <p:nvSpPr>
          <p:cNvPr id="3" name="Title 2">
            <a:extLst>
              <a:ext uri="{FF2B5EF4-FFF2-40B4-BE49-F238E27FC236}">
                <a16:creationId xmlns:a16="http://schemas.microsoft.com/office/drawing/2014/main" id="{1F7CB735-9F66-41A8-8F1D-4B66FE1D1153}"/>
              </a:ext>
            </a:extLst>
          </p:cNvPr>
          <p:cNvSpPr>
            <a:spLocks noGrp="1"/>
          </p:cNvSpPr>
          <p:nvPr>
            <p:ph type="title" hasCustomPrompt="1"/>
          </p:nvPr>
        </p:nvSpPr>
        <p:spPr>
          <a:xfrm>
            <a:off x="-2" y="1672143"/>
            <a:ext cx="6019802" cy="3513714"/>
          </a:xfrm>
          <a:solidFill>
            <a:schemeClr val="accent6">
              <a:alpha val="80000"/>
            </a:schemeClr>
          </a:solidFill>
        </p:spPr>
        <p:txBody>
          <a:bodyPr lIns="676656" tIns="795528" anchor="t">
            <a:normAutofit/>
          </a:bodyPr>
          <a:lstStyle>
            <a:lvl1pPr>
              <a:defRPr sz="2800"/>
            </a:lvl1pPr>
          </a:lstStyle>
          <a:p>
            <a:r>
              <a:rPr lang="en-US"/>
              <a:t>Click to add title</a:t>
            </a:r>
          </a:p>
        </p:txBody>
      </p:sp>
      <p:sp>
        <p:nvSpPr>
          <p:cNvPr id="11" name="Text Placeholder 17">
            <a:extLst>
              <a:ext uri="{FF2B5EF4-FFF2-40B4-BE49-F238E27FC236}">
                <a16:creationId xmlns:a16="http://schemas.microsoft.com/office/drawing/2014/main" id="{4A51F916-D1A0-40B2-A894-1C597A7AAFBF}"/>
              </a:ext>
            </a:extLst>
          </p:cNvPr>
          <p:cNvSpPr>
            <a:spLocks noGrp="1"/>
          </p:cNvSpPr>
          <p:nvPr>
            <p:ph type="body" sz="quarter" idx="15" hasCustomPrompt="1"/>
          </p:nvPr>
        </p:nvSpPr>
        <p:spPr>
          <a:xfrm>
            <a:off x="594575" y="3007594"/>
            <a:ext cx="4850550" cy="1731145"/>
          </a:xfrm>
        </p:spPr>
        <p:txBody>
          <a:bodyPr>
            <a:noAutofit/>
          </a:bodyPr>
          <a:lstStyle>
            <a:lvl1pPr marL="0" indent="0" algn="l">
              <a:lnSpc>
                <a:spcPct val="125000"/>
              </a:lnSpc>
              <a:buNone/>
              <a:defRPr sz="1400" spc="100" baseline="0">
                <a:solidFill>
                  <a:schemeClr val="accent2"/>
                </a:solidFill>
              </a:defRPr>
            </a:lvl1pPr>
          </a:lstStyle>
          <a:p>
            <a:pPr lvl="0"/>
            <a:r>
              <a:rPr lang="en-US"/>
              <a:t>Click to add text</a:t>
            </a:r>
          </a:p>
        </p:txBody>
      </p:sp>
    </p:spTree>
    <p:extLst>
      <p:ext uri="{BB962C8B-B14F-4D97-AF65-F5344CB8AC3E}">
        <p14:creationId xmlns:p14="http://schemas.microsoft.com/office/powerpoint/2010/main" val="1236195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95BA1F-6B83-4358-A202-FD15470976A9}"/>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4" name="Date Placeholder 3">
            <a:extLst>
              <a:ext uri="{FF2B5EF4-FFF2-40B4-BE49-F238E27FC236}">
                <a16:creationId xmlns:a16="http://schemas.microsoft.com/office/drawing/2014/main" id="{A35C10F8-CB40-4BDD-AA21-7DDC300FE73E}"/>
              </a:ext>
            </a:extLst>
          </p:cNvPr>
          <p:cNvSpPr>
            <a:spLocks noGrp="1"/>
          </p:cNvSpPr>
          <p:nvPr>
            <p:ph type="dt" sz="half" idx="10"/>
          </p:nvPr>
        </p:nvSpPr>
        <p:spPr/>
        <p:txBody>
          <a:bodyPr/>
          <a:lstStyle/>
          <a:p>
            <a:r>
              <a:rPr lang="en-US"/>
              <a:t>8/06/20XX</a:t>
            </a:r>
          </a:p>
        </p:txBody>
      </p:sp>
      <p:sp>
        <p:nvSpPr>
          <p:cNvPr id="5" name="Footer Placeholder 4">
            <a:extLst>
              <a:ext uri="{FF2B5EF4-FFF2-40B4-BE49-F238E27FC236}">
                <a16:creationId xmlns:a16="http://schemas.microsoft.com/office/drawing/2014/main" id="{434969F5-F9D0-4A38-8C6C-86005388F51D}"/>
              </a:ext>
            </a:extLst>
          </p:cNvPr>
          <p:cNvSpPr>
            <a:spLocks noGrp="1"/>
          </p:cNvSpPr>
          <p:nvPr>
            <p:ph type="ftr" sz="quarter" idx="11"/>
          </p:nvPr>
        </p:nvSpPr>
        <p:spPr/>
        <p:txBody>
          <a:bodyPr/>
          <a:lstStyle/>
          <a:p>
            <a:r>
              <a:rPr lang="en-US"/>
              <a:t>PITCH DECK</a:t>
            </a:r>
          </a:p>
        </p:txBody>
      </p:sp>
      <p:sp>
        <p:nvSpPr>
          <p:cNvPr id="6" name="Slide Number Placeholder 5">
            <a:extLst>
              <a:ext uri="{FF2B5EF4-FFF2-40B4-BE49-F238E27FC236}">
                <a16:creationId xmlns:a16="http://schemas.microsoft.com/office/drawing/2014/main" id="{7CC33B3F-10CE-4363-805C-361CA49414B4}"/>
              </a:ext>
            </a:extLst>
          </p:cNvPr>
          <p:cNvSpPr>
            <a:spLocks noGrp="1"/>
          </p:cNvSpPr>
          <p:nvPr>
            <p:ph type="sldNum" sz="quarter" idx="12"/>
          </p:nvPr>
        </p:nvSpPr>
        <p:spPr/>
        <p:txBody>
          <a:bodyPr/>
          <a:lstStyle/>
          <a:p>
            <a:fld id="{A402E4C0-AD5E-4E8C-9F21-7CCE474BDCEB}" type="slidenum">
              <a:rPr lang="en-US" smtClean="0"/>
              <a:t>‹#›</a:t>
            </a:fld>
            <a:endParaRPr lang="en-US"/>
          </a:p>
        </p:txBody>
      </p:sp>
      <p:sp>
        <p:nvSpPr>
          <p:cNvPr id="13" name="Picture Placeholder 7">
            <a:extLst>
              <a:ext uri="{FF2B5EF4-FFF2-40B4-BE49-F238E27FC236}">
                <a16:creationId xmlns:a16="http://schemas.microsoft.com/office/drawing/2014/main" id="{8EABAB15-C887-420D-92A1-24DBD62EE558}"/>
              </a:ext>
            </a:extLst>
          </p:cNvPr>
          <p:cNvSpPr>
            <a:spLocks noGrp="1"/>
          </p:cNvSpPr>
          <p:nvPr>
            <p:ph type="pic" sz="quarter" idx="13" hasCustomPrompt="1"/>
          </p:nvPr>
        </p:nvSpPr>
        <p:spPr>
          <a:xfrm flipH="1">
            <a:off x="0" y="729926"/>
            <a:ext cx="3581400" cy="5388772"/>
          </a:xfrm>
        </p:spPr>
        <p:txBody>
          <a:bodyPr/>
          <a:lstStyle>
            <a:lvl1pPr marL="0" indent="0" algn="ctr">
              <a:buNone/>
              <a:defRPr>
                <a:solidFill>
                  <a:schemeClr val="bg1"/>
                </a:solidFill>
              </a:defRPr>
            </a:lvl1pPr>
          </a:lstStyle>
          <a:p>
            <a:r>
              <a:rPr lang="en-US"/>
              <a:t>Click to add photo</a:t>
            </a:r>
          </a:p>
        </p:txBody>
      </p:sp>
      <p:sp>
        <p:nvSpPr>
          <p:cNvPr id="16" name="Text Placeholder 14">
            <a:extLst>
              <a:ext uri="{FF2B5EF4-FFF2-40B4-BE49-F238E27FC236}">
                <a16:creationId xmlns:a16="http://schemas.microsoft.com/office/drawing/2014/main" id="{F7E8EA93-3F05-4D28-8B15-91D6789458B4}"/>
              </a:ext>
            </a:extLst>
          </p:cNvPr>
          <p:cNvSpPr>
            <a:spLocks noGrp="1"/>
          </p:cNvSpPr>
          <p:nvPr>
            <p:ph type="body" sz="quarter" idx="16" hasCustomPrompt="1"/>
          </p:nvPr>
        </p:nvSpPr>
        <p:spPr>
          <a:xfrm>
            <a:off x="6746476" y="1921400"/>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17" name="Text Placeholder 14">
            <a:extLst>
              <a:ext uri="{FF2B5EF4-FFF2-40B4-BE49-F238E27FC236}">
                <a16:creationId xmlns:a16="http://schemas.microsoft.com/office/drawing/2014/main" id="{B4EBCE5D-8795-44C7-8196-051689C6FE2A}"/>
              </a:ext>
            </a:extLst>
          </p:cNvPr>
          <p:cNvSpPr>
            <a:spLocks noGrp="1"/>
          </p:cNvSpPr>
          <p:nvPr>
            <p:ph type="body" sz="quarter" idx="17" hasCustomPrompt="1"/>
          </p:nvPr>
        </p:nvSpPr>
        <p:spPr>
          <a:xfrm>
            <a:off x="6746476" y="2245710"/>
            <a:ext cx="2289974" cy="1739538"/>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8" name="Text Placeholder 14">
            <a:extLst>
              <a:ext uri="{FF2B5EF4-FFF2-40B4-BE49-F238E27FC236}">
                <a16:creationId xmlns:a16="http://schemas.microsoft.com/office/drawing/2014/main" id="{195044F5-86E3-4A1C-B3C8-6E3422E5B418}"/>
              </a:ext>
            </a:extLst>
          </p:cNvPr>
          <p:cNvSpPr>
            <a:spLocks noGrp="1"/>
          </p:cNvSpPr>
          <p:nvPr>
            <p:ph type="body" sz="quarter" idx="18" hasCustomPrompt="1"/>
          </p:nvPr>
        </p:nvSpPr>
        <p:spPr>
          <a:xfrm>
            <a:off x="4065518" y="2245710"/>
            <a:ext cx="2289974" cy="1739538"/>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9" name="Text Placeholder 14">
            <a:extLst>
              <a:ext uri="{FF2B5EF4-FFF2-40B4-BE49-F238E27FC236}">
                <a16:creationId xmlns:a16="http://schemas.microsoft.com/office/drawing/2014/main" id="{4C9BA1BF-0690-4DB5-9BBC-31D1948D82A8}"/>
              </a:ext>
            </a:extLst>
          </p:cNvPr>
          <p:cNvSpPr>
            <a:spLocks noGrp="1"/>
          </p:cNvSpPr>
          <p:nvPr>
            <p:ph type="body" sz="quarter" idx="19" hasCustomPrompt="1"/>
          </p:nvPr>
        </p:nvSpPr>
        <p:spPr>
          <a:xfrm>
            <a:off x="6746476" y="4443157"/>
            <a:ext cx="2289974" cy="1463249"/>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20" name="Text Placeholder 14">
            <a:extLst>
              <a:ext uri="{FF2B5EF4-FFF2-40B4-BE49-F238E27FC236}">
                <a16:creationId xmlns:a16="http://schemas.microsoft.com/office/drawing/2014/main" id="{0D187952-9422-42DE-B163-B764E0D09925}"/>
              </a:ext>
            </a:extLst>
          </p:cNvPr>
          <p:cNvSpPr>
            <a:spLocks noGrp="1"/>
          </p:cNvSpPr>
          <p:nvPr>
            <p:ph type="body" sz="quarter" idx="20" hasCustomPrompt="1"/>
          </p:nvPr>
        </p:nvSpPr>
        <p:spPr>
          <a:xfrm>
            <a:off x="4065519" y="4451209"/>
            <a:ext cx="2289972" cy="1457161"/>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54291470-2EE9-46D8-8083-E4523DCE52BB}"/>
              </a:ext>
            </a:extLst>
          </p:cNvPr>
          <p:cNvSpPr>
            <a:spLocks noGrp="1"/>
          </p:cNvSpPr>
          <p:nvPr>
            <p:ph type="body" sz="quarter" idx="22" hasCustomPrompt="1"/>
          </p:nvPr>
        </p:nvSpPr>
        <p:spPr>
          <a:xfrm>
            <a:off x="4065517" y="1921400"/>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2" name="Text Placeholder 14">
            <a:extLst>
              <a:ext uri="{FF2B5EF4-FFF2-40B4-BE49-F238E27FC236}">
                <a16:creationId xmlns:a16="http://schemas.microsoft.com/office/drawing/2014/main" id="{17B8E7E2-50C1-429D-A8C5-C098CDADCF3F}"/>
              </a:ext>
            </a:extLst>
          </p:cNvPr>
          <p:cNvSpPr>
            <a:spLocks noGrp="1"/>
          </p:cNvSpPr>
          <p:nvPr>
            <p:ph type="body" sz="quarter" idx="23" hasCustomPrompt="1"/>
          </p:nvPr>
        </p:nvSpPr>
        <p:spPr>
          <a:xfrm>
            <a:off x="6746476" y="4118846"/>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3" name="Text Placeholder 14">
            <a:extLst>
              <a:ext uri="{FF2B5EF4-FFF2-40B4-BE49-F238E27FC236}">
                <a16:creationId xmlns:a16="http://schemas.microsoft.com/office/drawing/2014/main" id="{09DB38C9-BBE5-4212-87C2-D9B34A470753}"/>
              </a:ext>
            </a:extLst>
          </p:cNvPr>
          <p:cNvSpPr>
            <a:spLocks noGrp="1"/>
          </p:cNvSpPr>
          <p:nvPr>
            <p:ph type="body" sz="quarter" idx="24" hasCustomPrompt="1"/>
          </p:nvPr>
        </p:nvSpPr>
        <p:spPr>
          <a:xfrm>
            <a:off x="4065518" y="4118846"/>
            <a:ext cx="2289972"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4" name="Text Placeholder 14">
            <a:extLst>
              <a:ext uri="{FF2B5EF4-FFF2-40B4-BE49-F238E27FC236}">
                <a16:creationId xmlns:a16="http://schemas.microsoft.com/office/drawing/2014/main" id="{EA61E342-2B6C-4379-A3B3-8D1B338F656B}"/>
              </a:ext>
            </a:extLst>
          </p:cNvPr>
          <p:cNvSpPr>
            <a:spLocks noGrp="1"/>
          </p:cNvSpPr>
          <p:nvPr>
            <p:ph type="body" sz="quarter" idx="25" hasCustomPrompt="1"/>
          </p:nvPr>
        </p:nvSpPr>
        <p:spPr>
          <a:xfrm>
            <a:off x="9417910" y="1921400"/>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5" name="Text Placeholder 14">
            <a:extLst>
              <a:ext uri="{FF2B5EF4-FFF2-40B4-BE49-F238E27FC236}">
                <a16:creationId xmlns:a16="http://schemas.microsoft.com/office/drawing/2014/main" id="{4F39B769-D212-4C11-B6CB-0423DD10599D}"/>
              </a:ext>
            </a:extLst>
          </p:cNvPr>
          <p:cNvSpPr>
            <a:spLocks noGrp="1"/>
          </p:cNvSpPr>
          <p:nvPr>
            <p:ph type="body" sz="quarter" idx="26" hasCustomPrompt="1"/>
          </p:nvPr>
        </p:nvSpPr>
        <p:spPr>
          <a:xfrm>
            <a:off x="9417910" y="2245710"/>
            <a:ext cx="2289974" cy="1739538"/>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2" name="Title 1">
            <a:extLst>
              <a:ext uri="{FF2B5EF4-FFF2-40B4-BE49-F238E27FC236}">
                <a16:creationId xmlns:a16="http://schemas.microsoft.com/office/drawing/2014/main" id="{7C47FF8E-011E-46E6-9F4D-DAD4830958DB}"/>
              </a:ext>
            </a:extLst>
          </p:cNvPr>
          <p:cNvSpPr>
            <a:spLocks noGrp="1"/>
          </p:cNvSpPr>
          <p:nvPr>
            <p:ph type="title" hasCustomPrompt="1"/>
          </p:nvPr>
        </p:nvSpPr>
        <p:spPr>
          <a:xfrm>
            <a:off x="4065516" y="1185284"/>
            <a:ext cx="7288284" cy="469490"/>
          </a:xfrm>
        </p:spPr>
        <p:txBody>
          <a:bodyPr anchor="t">
            <a:normAutofit/>
          </a:bodyPr>
          <a:lstStyle>
            <a:lvl1pPr>
              <a:lnSpc>
                <a:spcPct val="100000"/>
              </a:lnSpc>
              <a:defRPr sz="2800">
                <a:ln w="19050">
                  <a:solidFill>
                    <a:schemeClr val="accent5"/>
                  </a:solidFill>
                </a:ln>
              </a:defRPr>
            </a:lvl1pPr>
          </a:lstStyle>
          <a:p>
            <a:r>
              <a:rPr lang="en-US"/>
              <a:t>Click to add title</a:t>
            </a:r>
          </a:p>
        </p:txBody>
      </p:sp>
    </p:spTree>
    <p:extLst>
      <p:ext uri="{BB962C8B-B14F-4D97-AF65-F5344CB8AC3E}">
        <p14:creationId xmlns:p14="http://schemas.microsoft.com/office/powerpoint/2010/main" val="3057735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781AFB-2572-4954-B05E-84CDE1D88316}"/>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5" name="Date Placeholder 4">
            <a:extLst>
              <a:ext uri="{FF2B5EF4-FFF2-40B4-BE49-F238E27FC236}">
                <a16:creationId xmlns:a16="http://schemas.microsoft.com/office/drawing/2014/main" id="{0E750850-5ECD-4AA5-8EF0-70C6EA291EF3}"/>
              </a:ext>
            </a:extLst>
          </p:cNvPr>
          <p:cNvSpPr>
            <a:spLocks noGrp="1"/>
          </p:cNvSpPr>
          <p:nvPr>
            <p:ph type="dt" sz="half" idx="10"/>
          </p:nvPr>
        </p:nvSpPr>
        <p:spPr/>
        <p:txBody>
          <a:bodyPr/>
          <a:lstStyle/>
          <a:p>
            <a:r>
              <a:rPr lang="en-US"/>
              <a:t>8/06/20XX</a:t>
            </a:r>
          </a:p>
        </p:txBody>
      </p:sp>
      <p:sp>
        <p:nvSpPr>
          <p:cNvPr id="6" name="Footer Placeholder 5">
            <a:extLst>
              <a:ext uri="{FF2B5EF4-FFF2-40B4-BE49-F238E27FC236}">
                <a16:creationId xmlns:a16="http://schemas.microsoft.com/office/drawing/2014/main" id="{126B04CF-8972-48CE-B427-B542AF911BB4}"/>
              </a:ext>
            </a:extLst>
          </p:cNvPr>
          <p:cNvSpPr>
            <a:spLocks noGrp="1"/>
          </p:cNvSpPr>
          <p:nvPr>
            <p:ph type="ftr" sz="quarter" idx="11"/>
          </p:nvPr>
        </p:nvSpPr>
        <p:spPr/>
        <p:txBody>
          <a:bodyPr/>
          <a:lstStyle/>
          <a:p>
            <a:r>
              <a:rPr lang="en-US"/>
              <a:t>PITCH DECK</a:t>
            </a:r>
          </a:p>
        </p:txBody>
      </p:sp>
      <p:sp>
        <p:nvSpPr>
          <p:cNvPr id="7" name="Slide Number Placeholder 6">
            <a:extLst>
              <a:ext uri="{FF2B5EF4-FFF2-40B4-BE49-F238E27FC236}">
                <a16:creationId xmlns:a16="http://schemas.microsoft.com/office/drawing/2014/main" id="{F9864ACC-F262-4128-BC17-FCB29BEF0763}"/>
              </a:ext>
            </a:extLst>
          </p:cNvPr>
          <p:cNvSpPr>
            <a:spLocks noGrp="1"/>
          </p:cNvSpPr>
          <p:nvPr>
            <p:ph type="sldNum" sz="quarter" idx="12"/>
          </p:nvPr>
        </p:nvSpPr>
        <p:spPr/>
        <p:txBody>
          <a:bodyPr/>
          <a:lstStyle/>
          <a:p>
            <a:fld id="{A402E4C0-AD5E-4E8C-9F21-7CCE474BDCEB}" type="slidenum">
              <a:rPr lang="en-US" smtClean="0"/>
              <a:t>‹#›</a:t>
            </a:fld>
            <a:endParaRPr lang="en-US"/>
          </a:p>
        </p:txBody>
      </p:sp>
      <p:sp>
        <p:nvSpPr>
          <p:cNvPr id="12" name="Text Placeholder 14">
            <a:extLst>
              <a:ext uri="{FF2B5EF4-FFF2-40B4-BE49-F238E27FC236}">
                <a16:creationId xmlns:a16="http://schemas.microsoft.com/office/drawing/2014/main" id="{717CFF16-7992-46DD-8151-F55B0300570B}"/>
              </a:ext>
            </a:extLst>
          </p:cNvPr>
          <p:cNvSpPr>
            <a:spLocks noGrp="1"/>
          </p:cNvSpPr>
          <p:nvPr>
            <p:ph type="body" sz="quarter" idx="16" hasCustomPrompt="1"/>
          </p:nvPr>
        </p:nvSpPr>
        <p:spPr>
          <a:xfrm>
            <a:off x="8506711" y="1335193"/>
            <a:ext cx="2859090"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13" name="Text Placeholder 14">
            <a:extLst>
              <a:ext uri="{FF2B5EF4-FFF2-40B4-BE49-F238E27FC236}">
                <a16:creationId xmlns:a16="http://schemas.microsoft.com/office/drawing/2014/main" id="{EBADC1C2-D36B-4AFE-8824-DE6D0FB51384}"/>
              </a:ext>
            </a:extLst>
          </p:cNvPr>
          <p:cNvSpPr>
            <a:spLocks noGrp="1"/>
          </p:cNvSpPr>
          <p:nvPr>
            <p:ph type="body" sz="quarter" idx="13" hasCustomPrompt="1"/>
          </p:nvPr>
        </p:nvSpPr>
        <p:spPr>
          <a:xfrm>
            <a:off x="8506711" y="1639822"/>
            <a:ext cx="2859090" cy="1475319"/>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4" name="Text Placeholder 14">
            <a:extLst>
              <a:ext uri="{FF2B5EF4-FFF2-40B4-BE49-F238E27FC236}">
                <a16:creationId xmlns:a16="http://schemas.microsoft.com/office/drawing/2014/main" id="{F1632658-DE5C-4EA2-83DE-AB456D9D76ED}"/>
              </a:ext>
            </a:extLst>
          </p:cNvPr>
          <p:cNvSpPr>
            <a:spLocks noGrp="1"/>
          </p:cNvSpPr>
          <p:nvPr>
            <p:ph type="body" sz="quarter" idx="17" hasCustomPrompt="1"/>
          </p:nvPr>
        </p:nvSpPr>
        <p:spPr>
          <a:xfrm>
            <a:off x="5167309" y="1639822"/>
            <a:ext cx="2859091" cy="1517776"/>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5" name="Text Placeholder 14">
            <a:extLst>
              <a:ext uri="{FF2B5EF4-FFF2-40B4-BE49-F238E27FC236}">
                <a16:creationId xmlns:a16="http://schemas.microsoft.com/office/drawing/2014/main" id="{76A6D61C-C33C-46D5-B2C5-6C6A7C143A97}"/>
              </a:ext>
            </a:extLst>
          </p:cNvPr>
          <p:cNvSpPr>
            <a:spLocks noGrp="1"/>
          </p:cNvSpPr>
          <p:nvPr>
            <p:ph type="body" sz="quarter" idx="18" hasCustomPrompt="1"/>
          </p:nvPr>
        </p:nvSpPr>
        <p:spPr>
          <a:xfrm>
            <a:off x="8506711" y="3837269"/>
            <a:ext cx="2859090" cy="1533310"/>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6" name="Text Placeholder 14">
            <a:extLst>
              <a:ext uri="{FF2B5EF4-FFF2-40B4-BE49-F238E27FC236}">
                <a16:creationId xmlns:a16="http://schemas.microsoft.com/office/drawing/2014/main" id="{0A4E6A96-585A-4265-900D-17D98121F544}"/>
              </a:ext>
            </a:extLst>
          </p:cNvPr>
          <p:cNvSpPr>
            <a:spLocks noGrp="1"/>
          </p:cNvSpPr>
          <p:nvPr>
            <p:ph type="body" sz="quarter" idx="19" hasCustomPrompt="1"/>
          </p:nvPr>
        </p:nvSpPr>
        <p:spPr>
          <a:xfrm>
            <a:off x="5167310" y="3845321"/>
            <a:ext cx="2859089" cy="1526930"/>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28B8437C-1550-4581-911A-98BEA151A4AD}"/>
              </a:ext>
            </a:extLst>
          </p:cNvPr>
          <p:cNvSpPr>
            <a:spLocks noGrp="1"/>
          </p:cNvSpPr>
          <p:nvPr>
            <p:ph type="body" sz="quarter" idx="22" hasCustomPrompt="1"/>
          </p:nvPr>
        </p:nvSpPr>
        <p:spPr>
          <a:xfrm>
            <a:off x="5167308" y="1335193"/>
            <a:ext cx="2859091"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18" name="Text Placeholder 14">
            <a:extLst>
              <a:ext uri="{FF2B5EF4-FFF2-40B4-BE49-F238E27FC236}">
                <a16:creationId xmlns:a16="http://schemas.microsoft.com/office/drawing/2014/main" id="{04DF1AD6-E51A-4D19-A9C8-CCAFE9E9B2A0}"/>
              </a:ext>
            </a:extLst>
          </p:cNvPr>
          <p:cNvSpPr>
            <a:spLocks noGrp="1"/>
          </p:cNvSpPr>
          <p:nvPr>
            <p:ph type="body" sz="quarter" idx="23" hasCustomPrompt="1"/>
          </p:nvPr>
        </p:nvSpPr>
        <p:spPr>
          <a:xfrm>
            <a:off x="8506711" y="3532639"/>
            <a:ext cx="2859090"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19" name="Text Placeholder 14">
            <a:extLst>
              <a:ext uri="{FF2B5EF4-FFF2-40B4-BE49-F238E27FC236}">
                <a16:creationId xmlns:a16="http://schemas.microsoft.com/office/drawing/2014/main" id="{A3656830-2B4C-4F48-8EBD-F8C80C353FC4}"/>
              </a:ext>
            </a:extLst>
          </p:cNvPr>
          <p:cNvSpPr>
            <a:spLocks noGrp="1"/>
          </p:cNvSpPr>
          <p:nvPr>
            <p:ph type="body" sz="quarter" idx="24" hasCustomPrompt="1"/>
          </p:nvPr>
        </p:nvSpPr>
        <p:spPr>
          <a:xfrm>
            <a:off x="5167309" y="3532639"/>
            <a:ext cx="2859089"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 name="Title 1">
            <a:extLst>
              <a:ext uri="{FF2B5EF4-FFF2-40B4-BE49-F238E27FC236}">
                <a16:creationId xmlns:a16="http://schemas.microsoft.com/office/drawing/2014/main" id="{923D6999-ED11-424C-91FD-1ECD0CB9D272}"/>
              </a:ext>
            </a:extLst>
          </p:cNvPr>
          <p:cNvSpPr>
            <a:spLocks noGrp="1"/>
          </p:cNvSpPr>
          <p:nvPr>
            <p:ph type="title" hasCustomPrompt="1"/>
          </p:nvPr>
        </p:nvSpPr>
        <p:spPr>
          <a:xfrm>
            <a:off x="1384299" y="2768600"/>
            <a:ext cx="2956810" cy="1129164"/>
          </a:xfrm>
        </p:spPr>
        <p:txBody>
          <a:bodyPr anchor="t">
            <a:normAutofit/>
          </a:bodyPr>
          <a:lstStyle>
            <a:lvl1pPr>
              <a:lnSpc>
                <a:spcPct val="125000"/>
              </a:lnSpc>
              <a:defRPr sz="2800">
                <a:ln w="19050">
                  <a:solidFill>
                    <a:schemeClr val="bg1"/>
                  </a:solidFill>
                </a:ln>
              </a:defRPr>
            </a:lvl1pPr>
          </a:lstStyle>
          <a:p>
            <a:r>
              <a:rPr lang="en-US"/>
              <a:t>Click to add title</a:t>
            </a:r>
          </a:p>
        </p:txBody>
      </p:sp>
    </p:spTree>
    <p:extLst>
      <p:ext uri="{BB962C8B-B14F-4D97-AF65-F5344CB8AC3E}">
        <p14:creationId xmlns:p14="http://schemas.microsoft.com/office/powerpoint/2010/main" val="3749148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0CE26C-A8CF-4DC0-9913-86FF0ED87623}"/>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7" name="Date Placeholder 6">
            <a:extLst>
              <a:ext uri="{FF2B5EF4-FFF2-40B4-BE49-F238E27FC236}">
                <a16:creationId xmlns:a16="http://schemas.microsoft.com/office/drawing/2014/main" id="{15DD4FC6-591F-4220-A331-724C4FE41E93}"/>
              </a:ext>
            </a:extLst>
          </p:cNvPr>
          <p:cNvSpPr>
            <a:spLocks noGrp="1"/>
          </p:cNvSpPr>
          <p:nvPr>
            <p:ph type="dt" sz="half" idx="10"/>
          </p:nvPr>
        </p:nvSpPr>
        <p:spPr/>
        <p:txBody>
          <a:bodyPr/>
          <a:lstStyle/>
          <a:p>
            <a:r>
              <a:rPr lang="en-US"/>
              <a:t>8/06/20XX</a:t>
            </a:r>
          </a:p>
        </p:txBody>
      </p:sp>
      <p:sp>
        <p:nvSpPr>
          <p:cNvPr id="8" name="Footer Placeholder 7">
            <a:extLst>
              <a:ext uri="{FF2B5EF4-FFF2-40B4-BE49-F238E27FC236}">
                <a16:creationId xmlns:a16="http://schemas.microsoft.com/office/drawing/2014/main" id="{A1506146-DCCA-4419-9FC3-7F33AEABA41D}"/>
              </a:ext>
            </a:extLst>
          </p:cNvPr>
          <p:cNvSpPr>
            <a:spLocks noGrp="1"/>
          </p:cNvSpPr>
          <p:nvPr>
            <p:ph type="ftr" sz="quarter" idx="11"/>
          </p:nvPr>
        </p:nvSpPr>
        <p:spPr/>
        <p:txBody>
          <a:bodyPr/>
          <a:lstStyle/>
          <a:p>
            <a:r>
              <a:rPr lang="en-US"/>
              <a:t>PITCH DECK</a:t>
            </a:r>
          </a:p>
        </p:txBody>
      </p:sp>
      <p:sp>
        <p:nvSpPr>
          <p:cNvPr id="9" name="Slide Number Placeholder 8">
            <a:extLst>
              <a:ext uri="{FF2B5EF4-FFF2-40B4-BE49-F238E27FC236}">
                <a16:creationId xmlns:a16="http://schemas.microsoft.com/office/drawing/2014/main" id="{4BDEDAF2-5575-4164-9610-7906C2033591}"/>
              </a:ext>
            </a:extLst>
          </p:cNvPr>
          <p:cNvSpPr>
            <a:spLocks noGrp="1"/>
          </p:cNvSpPr>
          <p:nvPr>
            <p:ph type="sldNum" sz="quarter" idx="12"/>
          </p:nvPr>
        </p:nvSpPr>
        <p:spPr/>
        <p:txBody>
          <a:bodyPr/>
          <a:lstStyle/>
          <a:p>
            <a:fld id="{A402E4C0-AD5E-4E8C-9F21-7CCE474BDCEB}" type="slidenum">
              <a:rPr lang="en-US" smtClean="0"/>
              <a:t>‹#›</a:t>
            </a:fld>
            <a:endParaRPr lang="en-US"/>
          </a:p>
        </p:txBody>
      </p:sp>
      <p:sp>
        <p:nvSpPr>
          <p:cNvPr id="35" name="Text Placeholder 14">
            <a:extLst>
              <a:ext uri="{FF2B5EF4-FFF2-40B4-BE49-F238E27FC236}">
                <a16:creationId xmlns:a16="http://schemas.microsoft.com/office/drawing/2014/main" id="{0C598512-93DF-4C00-A3BC-4CFF184217A6}"/>
              </a:ext>
            </a:extLst>
          </p:cNvPr>
          <p:cNvSpPr>
            <a:spLocks noGrp="1"/>
          </p:cNvSpPr>
          <p:nvPr>
            <p:ph type="body" sz="quarter" idx="27" hasCustomPrompt="1"/>
          </p:nvPr>
        </p:nvSpPr>
        <p:spPr>
          <a:xfrm>
            <a:off x="620484" y="3639417"/>
            <a:ext cx="2383764"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a:t>Click to add title</a:t>
            </a:r>
          </a:p>
        </p:txBody>
      </p:sp>
      <p:sp>
        <p:nvSpPr>
          <p:cNvPr id="36" name="Text Placeholder 14">
            <a:extLst>
              <a:ext uri="{FF2B5EF4-FFF2-40B4-BE49-F238E27FC236}">
                <a16:creationId xmlns:a16="http://schemas.microsoft.com/office/drawing/2014/main" id="{9AFC7B8A-881F-4E97-91D4-F41DFA6D8F8E}"/>
              </a:ext>
            </a:extLst>
          </p:cNvPr>
          <p:cNvSpPr>
            <a:spLocks noGrp="1"/>
          </p:cNvSpPr>
          <p:nvPr>
            <p:ph type="body" sz="quarter" idx="28" hasCustomPrompt="1"/>
          </p:nvPr>
        </p:nvSpPr>
        <p:spPr>
          <a:xfrm>
            <a:off x="620484" y="3965866"/>
            <a:ext cx="2383764"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37" name="Text Placeholder 14">
            <a:extLst>
              <a:ext uri="{FF2B5EF4-FFF2-40B4-BE49-F238E27FC236}">
                <a16:creationId xmlns:a16="http://schemas.microsoft.com/office/drawing/2014/main" id="{77B10018-89A9-49C8-8DCE-621EF9328C63}"/>
              </a:ext>
            </a:extLst>
          </p:cNvPr>
          <p:cNvSpPr>
            <a:spLocks noGrp="1"/>
          </p:cNvSpPr>
          <p:nvPr>
            <p:ph type="body" sz="quarter" idx="15" hasCustomPrompt="1"/>
          </p:nvPr>
        </p:nvSpPr>
        <p:spPr>
          <a:xfrm>
            <a:off x="3478982" y="3969554"/>
            <a:ext cx="2383764"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38" name="Text Placeholder 14">
            <a:extLst>
              <a:ext uri="{FF2B5EF4-FFF2-40B4-BE49-F238E27FC236}">
                <a16:creationId xmlns:a16="http://schemas.microsoft.com/office/drawing/2014/main" id="{342C0572-2FB8-4C18-AD74-75A165321342}"/>
              </a:ext>
            </a:extLst>
          </p:cNvPr>
          <p:cNvSpPr>
            <a:spLocks noGrp="1"/>
          </p:cNvSpPr>
          <p:nvPr>
            <p:ph type="body" sz="quarter" idx="17" hasCustomPrompt="1"/>
          </p:nvPr>
        </p:nvSpPr>
        <p:spPr>
          <a:xfrm>
            <a:off x="6337478" y="3953422"/>
            <a:ext cx="2383765"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39" name="Text Placeholder 14">
            <a:extLst>
              <a:ext uri="{FF2B5EF4-FFF2-40B4-BE49-F238E27FC236}">
                <a16:creationId xmlns:a16="http://schemas.microsoft.com/office/drawing/2014/main" id="{3495EE04-F172-4AD4-8FE7-4A03B1CE4F82}"/>
              </a:ext>
            </a:extLst>
          </p:cNvPr>
          <p:cNvSpPr>
            <a:spLocks noGrp="1"/>
          </p:cNvSpPr>
          <p:nvPr>
            <p:ph type="body" sz="quarter" idx="19" hasCustomPrompt="1"/>
          </p:nvPr>
        </p:nvSpPr>
        <p:spPr>
          <a:xfrm>
            <a:off x="9188445" y="3953422"/>
            <a:ext cx="2383765"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40" name="Text Placeholder 14">
            <a:extLst>
              <a:ext uri="{FF2B5EF4-FFF2-40B4-BE49-F238E27FC236}">
                <a16:creationId xmlns:a16="http://schemas.microsoft.com/office/drawing/2014/main" id="{F23ABA12-4A7C-42A2-9A8E-9E7F1A2BB230}"/>
              </a:ext>
            </a:extLst>
          </p:cNvPr>
          <p:cNvSpPr>
            <a:spLocks noGrp="1"/>
          </p:cNvSpPr>
          <p:nvPr>
            <p:ph type="body" sz="quarter" idx="29" hasCustomPrompt="1"/>
          </p:nvPr>
        </p:nvSpPr>
        <p:spPr>
          <a:xfrm>
            <a:off x="3419503" y="3639417"/>
            <a:ext cx="2502719"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a:t>Click to add title</a:t>
            </a:r>
          </a:p>
        </p:txBody>
      </p:sp>
      <p:sp>
        <p:nvSpPr>
          <p:cNvPr id="41" name="Text Placeholder 14">
            <a:extLst>
              <a:ext uri="{FF2B5EF4-FFF2-40B4-BE49-F238E27FC236}">
                <a16:creationId xmlns:a16="http://schemas.microsoft.com/office/drawing/2014/main" id="{1E11CB21-11BD-400A-BC43-71A9AFA9282B}"/>
              </a:ext>
            </a:extLst>
          </p:cNvPr>
          <p:cNvSpPr>
            <a:spLocks noGrp="1"/>
          </p:cNvSpPr>
          <p:nvPr>
            <p:ph type="body" sz="quarter" idx="30" hasCustomPrompt="1"/>
          </p:nvPr>
        </p:nvSpPr>
        <p:spPr>
          <a:xfrm>
            <a:off x="6337478" y="3639417"/>
            <a:ext cx="2383765"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a:t>Click to add title</a:t>
            </a:r>
          </a:p>
        </p:txBody>
      </p:sp>
      <p:sp>
        <p:nvSpPr>
          <p:cNvPr id="42" name="Text Placeholder 14">
            <a:extLst>
              <a:ext uri="{FF2B5EF4-FFF2-40B4-BE49-F238E27FC236}">
                <a16:creationId xmlns:a16="http://schemas.microsoft.com/office/drawing/2014/main" id="{02DE0CA8-2A1F-49D8-B9B6-BF353B9808C6}"/>
              </a:ext>
            </a:extLst>
          </p:cNvPr>
          <p:cNvSpPr>
            <a:spLocks noGrp="1"/>
          </p:cNvSpPr>
          <p:nvPr>
            <p:ph type="body" sz="quarter" idx="31" hasCustomPrompt="1"/>
          </p:nvPr>
        </p:nvSpPr>
        <p:spPr>
          <a:xfrm>
            <a:off x="9188445" y="3639417"/>
            <a:ext cx="2383765"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a:t>Click to add title</a:t>
            </a:r>
          </a:p>
        </p:txBody>
      </p:sp>
      <p:sp>
        <p:nvSpPr>
          <p:cNvPr id="2" name="Title 1">
            <a:extLst>
              <a:ext uri="{FF2B5EF4-FFF2-40B4-BE49-F238E27FC236}">
                <a16:creationId xmlns:a16="http://schemas.microsoft.com/office/drawing/2014/main" id="{D55D3DD0-ED40-47C1-B841-046E1D918B22}"/>
              </a:ext>
            </a:extLst>
          </p:cNvPr>
          <p:cNvSpPr>
            <a:spLocks noGrp="1"/>
          </p:cNvSpPr>
          <p:nvPr>
            <p:ph type="title" hasCustomPrompt="1"/>
          </p:nvPr>
        </p:nvSpPr>
        <p:spPr>
          <a:xfrm>
            <a:off x="2452697" y="1581912"/>
            <a:ext cx="7286605" cy="634323"/>
          </a:xfrm>
        </p:spPr>
        <p:txBody>
          <a:bodyPr>
            <a:normAutofit/>
          </a:bodyPr>
          <a:lstStyle>
            <a:lvl1pPr algn="ctr">
              <a:lnSpc>
                <a:spcPct val="125000"/>
              </a:lnSpc>
              <a:defRPr sz="2800">
                <a:ln w="19050">
                  <a:solidFill>
                    <a:schemeClr val="bg1"/>
                  </a:solidFill>
                </a:ln>
              </a:defRPr>
            </a:lvl1pPr>
          </a:lstStyle>
          <a:p>
            <a:r>
              <a:rPr lang="en-US"/>
              <a:t>Click to add title</a:t>
            </a:r>
          </a:p>
        </p:txBody>
      </p:sp>
      <p:sp>
        <p:nvSpPr>
          <p:cNvPr id="4" name="Picture Placeholder 3">
            <a:extLst>
              <a:ext uri="{FF2B5EF4-FFF2-40B4-BE49-F238E27FC236}">
                <a16:creationId xmlns:a16="http://schemas.microsoft.com/office/drawing/2014/main" id="{23C97099-E767-429A-80C6-731FB9D295F4}"/>
              </a:ext>
            </a:extLst>
          </p:cNvPr>
          <p:cNvSpPr>
            <a:spLocks noGrp="1"/>
          </p:cNvSpPr>
          <p:nvPr>
            <p:ph type="pic" sz="quarter" idx="32"/>
          </p:nvPr>
        </p:nvSpPr>
        <p:spPr>
          <a:xfrm>
            <a:off x="1510614" y="2847098"/>
            <a:ext cx="603504" cy="603504"/>
          </a:xfrm>
        </p:spPr>
        <p:txBody>
          <a:bodyPr anchor="ctr">
            <a:normAutofit/>
          </a:bodyPr>
          <a:lstStyle>
            <a:lvl1pPr marL="0" indent="0" algn="ctr">
              <a:buNone/>
              <a:defRPr sz="900">
                <a:solidFill>
                  <a:schemeClr val="bg1"/>
                </a:solidFill>
              </a:defRPr>
            </a:lvl1pPr>
          </a:lstStyle>
          <a:p>
            <a:r>
              <a:rPr lang="en-US"/>
              <a:t>Click icon to add picture</a:t>
            </a:r>
          </a:p>
        </p:txBody>
      </p:sp>
      <p:sp>
        <p:nvSpPr>
          <p:cNvPr id="22" name="Picture Placeholder 3">
            <a:extLst>
              <a:ext uri="{FF2B5EF4-FFF2-40B4-BE49-F238E27FC236}">
                <a16:creationId xmlns:a16="http://schemas.microsoft.com/office/drawing/2014/main" id="{E2E22B87-E0E3-4234-B4FA-C9FC97DEDCB3}"/>
              </a:ext>
            </a:extLst>
          </p:cNvPr>
          <p:cNvSpPr>
            <a:spLocks noGrp="1"/>
          </p:cNvSpPr>
          <p:nvPr>
            <p:ph type="pic" sz="quarter" idx="33"/>
          </p:nvPr>
        </p:nvSpPr>
        <p:spPr>
          <a:xfrm>
            <a:off x="4369110" y="2847098"/>
            <a:ext cx="603504" cy="603504"/>
          </a:xfrm>
        </p:spPr>
        <p:txBody>
          <a:bodyPr anchor="ctr">
            <a:normAutofit/>
          </a:bodyPr>
          <a:lstStyle>
            <a:lvl1pPr marL="0" indent="0" algn="ctr">
              <a:buNone/>
              <a:defRPr sz="900">
                <a:solidFill>
                  <a:schemeClr val="bg1"/>
                </a:solidFill>
              </a:defRPr>
            </a:lvl1pPr>
          </a:lstStyle>
          <a:p>
            <a:r>
              <a:rPr lang="en-US"/>
              <a:t>Click icon to add picture</a:t>
            </a:r>
          </a:p>
        </p:txBody>
      </p:sp>
      <p:sp>
        <p:nvSpPr>
          <p:cNvPr id="24" name="Picture Placeholder 3">
            <a:extLst>
              <a:ext uri="{FF2B5EF4-FFF2-40B4-BE49-F238E27FC236}">
                <a16:creationId xmlns:a16="http://schemas.microsoft.com/office/drawing/2014/main" id="{8EF1B794-5E10-4558-B229-0D8F5895CCAE}"/>
              </a:ext>
            </a:extLst>
          </p:cNvPr>
          <p:cNvSpPr>
            <a:spLocks noGrp="1"/>
          </p:cNvSpPr>
          <p:nvPr>
            <p:ph type="pic" sz="quarter" idx="34"/>
          </p:nvPr>
        </p:nvSpPr>
        <p:spPr>
          <a:xfrm>
            <a:off x="7227608" y="2847098"/>
            <a:ext cx="603504" cy="603504"/>
          </a:xfrm>
        </p:spPr>
        <p:txBody>
          <a:bodyPr anchor="ctr">
            <a:normAutofit/>
          </a:bodyPr>
          <a:lstStyle>
            <a:lvl1pPr marL="0" indent="0" algn="ctr">
              <a:buNone/>
              <a:defRPr sz="900">
                <a:solidFill>
                  <a:schemeClr val="bg1"/>
                </a:solidFill>
              </a:defRPr>
            </a:lvl1pPr>
          </a:lstStyle>
          <a:p>
            <a:r>
              <a:rPr lang="en-US"/>
              <a:t>Click icon to add picture</a:t>
            </a:r>
          </a:p>
        </p:txBody>
      </p:sp>
      <p:sp>
        <p:nvSpPr>
          <p:cNvPr id="25" name="Picture Placeholder 3">
            <a:extLst>
              <a:ext uri="{FF2B5EF4-FFF2-40B4-BE49-F238E27FC236}">
                <a16:creationId xmlns:a16="http://schemas.microsoft.com/office/drawing/2014/main" id="{5ECB6791-2C34-417D-9AB9-03C9A8BBDF91}"/>
              </a:ext>
            </a:extLst>
          </p:cNvPr>
          <p:cNvSpPr>
            <a:spLocks noGrp="1"/>
          </p:cNvSpPr>
          <p:nvPr>
            <p:ph type="pic" sz="quarter" idx="35"/>
          </p:nvPr>
        </p:nvSpPr>
        <p:spPr>
          <a:xfrm>
            <a:off x="10078575" y="2847098"/>
            <a:ext cx="603504" cy="603504"/>
          </a:xfrm>
        </p:spPr>
        <p:txBody>
          <a:bodyPr anchor="ctr">
            <a:normAutofit/>
          </a:bodyPr>
          <a:lstStyle>
            <a:lvl1pPr marL="0" indent="0" algn="ctr">
              <a:buNone/>
              <a:defRPr sz="900">
                <a:solidFill>
                  <a:schemeClr val="bg1"/>
                </a:solidFill>
              </a:defRPr>
            </a:lvl1pPr>
          </a:lstStyle>
          <a:p>
            <a:r>
              <a:rPr lang="en-US"/>
              <a:t>Click icon to add picture</a:t>
            </a:r>
          </a:p>
        </p:txBody>
      </p:sp>
    </p:spTree>
    <p:extLst>
      <p:ext uri="{BB962C8B-B14F-4D97-AF65-F5344CB8AC3E}">
        <p14:creationId xmlns:p14="http://schemas.microsoft.com/office/powerpoint/2010/main" val="3445192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ct Benefit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7C8E50C-1C7A-4E62-B38F-3E12A174C85B}"/>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7" name="Picture Placeholder 7">
            <a:extLst>
              <a:ext uri="{FF2B5EF4-FFF2-40B4-BE49-F238E27FC236}">
                <a16:creationId xmlns:a16="http://schemas.microsoft.com/office/drawing/2014/main" id="{7AF7405C-6DF9-4409-85F0-8C1DCCC0AC61}"/>
              </a:ext>
            </a:extLst>
          </p:cNvPr>
          <p:cNvSpPr>
            <a:spLocks noGrp="1"/>
          </p:cNvSpPr>
          <p:nvPr>
            <p:ph type="pic" sz="quarter" idx="13" hasCustomPrompt="1"/>
          </p:nvPr>
        </p:nvSpPr>
        <p:spPr>
          <a:xfrm>
            <a:off x="622570" y="729926"/>
            <a:ext cx="6456836" cy="5388772"/>
          </a:xfrm>
        </p:spPr>
        <p:txBody>
          <a:bodyPr/>
          <a:lstStyle>
            <a:lvl1pPr marL="0" indent="0" algn="ctr">
              <a:buNone/>
              <a:defRPr>
                <a:solidFill>
                  <a:schemeClr val="bg1"/>
                </a:solidFill>
              </a:defRPr>
            </a:lvl1pPr>
          </a:lstStyle>
          <a:p>
            <a:r>
              <a:rPr lang="en-US"/>
              <a:t>Click to add photo</a:t>
            </a:r>
          </a:p>
        </p:txBody>
      </p:sp>
      <p:sp>
        <p:nvSpPr>
          <p:cNvPr id="2" name="Title 1">
            <a:extLst>
              <a:ext uri="{FF2B5EF4-FFF2-40B4-BE49-F238E27FC236}">
                <a16:creationId xmlns:a16="http://schemas.microsoft.com/office/drawing/2014/main" id="{4C883B71-4A78-4B93-97F2-F54D7DC10020}"/>
              </a:ext>
            </a:extLst>
          </p:cNvPr>
          <p:cNvSpPr>
            <a:spLocks noGrp="1"/>
          </p:cNvSpPr>
          <p:nvPr>
            <p:ph type="title" hasCustomPrompt="1"/>
          </p:nvPr>
        </p:nvSpPr>
        <p:spPr>
          <a:xfrm>
            <a:off x="6467704" y="1881922"/>
            <a:ext cx="5749200" cy="3084630"/>
          </a:xfrm>
          <a:solidFill>
            <a:schemeClr val="bg2">
              <a:alpha val="93000"/>
            </a:schemeClr>
          </a:solidFill>
        </p:spPr>
        <p:txBody>
          <a:bodyPr lIns="694944" tIns="713232" anchor="t">
            <a:normAutofit/>
          </a:bodyPr>
          <a:lstStyle>
            <a:lvl1pPr algn="l">
              <a:lnSpc>
                <a:spcPct val="100000"/>
              </a:lnSpc>
              <a:defRPr sz="2800"/>
            </a:lvl1pPr>
          </a:lstStyle>
          <a:p>
            <a:r>
              <a:rPr lang="en-US"/>
              <a:t>Click to add title</a:t>
            </a:r>
          </a:p>
        </p:txBody>
      </p:sp>
      <p:sp>
        <p:nvSpPr>
          <p:cNvPr id="9" name="Text Placeholder 17">
            <a:extLst>
              <a:ext uri="{FF2B5EF4-FFF2-40B4-BE49-F238E27FC236}">
                <a16:creationId xmlns:a16="http://schemas.microsoft.com/office/drawing/2014/main" id="{83F286D7-A050-456B-BDD3-3FFAA21A8099}"/>
              </a:ext>
            </a:extLst>
          </p:cNvPr>
          <p:cNvSpPr>
            <a:spLocks noGrp="1"/>
          </p:cNvSpPr>
          <p:nvPr>
            <p:ph type="body" sz="quarter" idx="15" hasCustomPrompt="1"/>
          </p:nvPr>
        </p:nvSpPr>
        <p:spPr>
          <a:xfrm>
            <a:off x="7079405" y="3201410"/>
            <a:ext cx="4614604" cy="1291638"/>
          </a:xfrm>
        </p:spPr>
        <p:txBody>
          <a:bodyPr>
            <a:noAutofit/>
          </a:bodyPr>
          <a:lstStyle>
            <a:lvl1pPr marL="0" indent="0" algn="l">
              <a:lnSpc>
                <a:spcPct val="125000"/>
              </a:lnSpc>
              <a:buNone/>
              <a:defRPr sz="1400" spc="100" baseline="0">
                <a:solidFill>
                  <a:schemeClr val="accent2"/>
                </a:solidFill>
              </a:defRPr>
            </a:lvl1pPr>
          </a:lstStyle>
          <a:p>
            <a:pPr lvl="0"/>
            <a:r>
              <a:rPr lang="en-US"/>
              <a:t>Click to add text</a:t>
            </a:r>
          </a:p>
        </p:txBody>
      </p:sp>
      <p:sp>
        <p:nvSpPr>
          <p:cNvPr id="3" name="Date Placeholder 2">
            <a:extLst>
              <a:ext uri="{FF2B5EF4-FFF2-40B4-BE49-F238E27FC236}">
                <a16:creationId xmlns:a16="http://schemas.microsoft.com/office/drawing/2014/main" id="{4A927E28-2C60-4D18-8BB3-DC9627E13C59}"/>
              </a:ext>
            </a:extLst>
          </p:cNvPr>
          <p:cNvSpPr>
            <a:spLocks noGrp="1"/>
          </p:cNvSpPr>
          <p:nvPr>
            <p:ph type="dt" sz="half" idx="10"/>
          </p:nvPr>
        </p:nvSpPr>
        <p:spPr/>
        <p:txBody>
          <a:bodyPr/>
          <a:lstStyle/>
          <a:p>
            <a:r>
              <a:rPr lang="en-US"/>
              <a:t>8/06/20XX</a:t>
            </a:r>
          </a:p>
        </p:txBody>
      </p:sp>
      <p:sp>
        <p:nvSpPr>
          <p:cNvPr id="4" name="Footer Placeholder 3">
            <a:extLst>
              <a:ext uri="{FF2B5EF4-FFF2-40B4-BE49-F238E27FC236}">
                <a16:creationId xmlns:a16="http://schemas.microsoft.com/office/drawing/2014/main" id="{4290EE45-541D-483E-A0B8-5997A2F98DA3}"/>
              </a:ext>
            </a:extLst>
          </p:cNvPr>
          <p:cNvSpPr>
            <a:spLocks noGrp="1"/>
          </p:cNvSpPr>
          <p:nvPr>
            <p:ph type="ftr" sz="quarter" idx="11"/>
          </p:nvPr>
        </p:nvSpPr>
        <p:spPr/>
        <p:txBody>
          <a:bodyPr/>
          <a:lstStyle/>
          <a:p>
            <a:r>
              <a:rPr lang="en-US"/>
              <a:t>PITCH DECK</a:t>
            </a:r>
          </a:p>
        </p:txBody>
      </p:sp>
      <p:sp>
        <p:nvSpPr>
          <p:cNvPr id="5" name="Slide Number Placeholder 4">
            <a:extLst>
              <a:ext uri="{FF2B5EF4-FFF2-40B4-BE49-F238E27FC236}">
                <a16:creationId xmlns:a16="http://schemas.microsoft.com/office/drawing/2014/main" id="{504E100B-E96A-45D4-9553-51CF2CBA55DD}"/>
              </a:ext>
            </a:extLst>
          </p:cNvPr>
          <p:cNvSpPr>
            <a:spLocks noGrp="1"/>
          </p:cNvSpPr>
          <p:nvPr>
            <p:ph type="sldNum" sz="quarter" idx="12"/>
          </p:nvPr>
        </p:nvSpPr>
        <p:spPr/>
        <p:txBody>
          <a:bodyPr/>
          <a:lstStyle/>
          <a:p>
            <a:fld id="{A402E4C0-AD5E-4E8C-9F21-7CCE474BDCEB}" type="slidenum">
              <a:rPr lang="en-US" smtClean="0"/>
              <a:t>‹#›</a:t>
            </a:fld>
            <a:endParaRPr lang="en-US"/>
          </a:p>
        </p:txBody>
      </p:sp>
    </p:spTree>
    <p:extLst>
      <p:ext uri="{BB962C8B-B14F-4D97-AF65-F5344CB8AC3E}">
        <p14:creationId xmlns:p14="http://schemas.microsoft.com/office/powerpoint/2010/main" val="1770124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ny Overview">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E757B982-FF4B-4902-B808-FC325983FD9C}"/>
              </a:ext>
            </a:extLst>
          </p:cNvPr>
          <p:cNvSpPr>
            <a:spLocks noGrp="1"/>
          </p:cNvSpPr>
          <p:nvPr>
            <p:ph type="pic" sz="quarter" idx="13" hasCustomPrompt="1"/>
          </p:nvPr>
        </p:nvSpPr>
        <p:spPr>
          <a:xfrm flipH="1">
            <a:off x="0" y="0"/>
            <a:ext cx="12192000" cy="6858000"/>
          </a:xfrm>
        </p:spPr>
        <p:txBody>
          <a:bodyPr/>
          <a:lstStyle>
            <a:lvl1pPr marL="0" indent="0" algn="ctr">
              <a:buNone/>
              <a:defRPr>
                <a:solidFill>
                  <a:schemeClr val="tx1"/>
                </a:solidFill>
              </a:defRPr>
            </a:lvl1pPr>
          </a:lstStyle>
          <a:p>
            <a:r>
              <a:rPr lang="en-US"/>
              <a:t>Click to add photo</a:t>
            </a:r>
          </a:p>
        </p:txBody>
      </p:sp>
      <p:sp>
        <p:nvSpPr>
          <p:cNvPr id="2" name="Title 1">
            <a:extLst>
              <a:ext uri="{FF2B5EF4-FFF2-40B4-BE49-F238E27FC236}">
                <a16:creationId xmlns:a16="http://schemas.microsoft.com/office/drawing/2014/main" id="{4D7337BF-9564-499D-91CE-9DDD9C969339}"/>
              </a:ext>
            </a:extLst>
          </p:cNvPr>
          <p:cNvSpPr>
            <a:spLocks noGrp="1"/>
          </p:cNvSpPr>
          <p:nvPr>
            <p:ph type="title" hasCustomPrompt="1"/>
          </p:nvPr>
        </p:nvSpPr>
        <p:spPr>
          <a:xfrm>
            <a:off x="1403350" y="1371599"/>
            <a:ext cx="9385300" cy="985791"/>
          </a:xfrm>
        </p:spPr>
        <p:txBody>
          <a:bodyPr>
            <a:noAutofit/>
          </a:bodyPr>
          <a:lstStyle>
            <a:lvl1pPr algn="ctr">
              <a:defRPr sz="5400">
                <a:ln w="19050">
                  <a:solidFill>
                    <a:schemeClr val="accent5"/>
                  </a:solidFill>
                </a:ln>
              </a:defRPr>
            </a:lvl1pPr>
          </a:lstStyle>
          <a:p>
            <a:r>
              <a:rPr lang="en-US"/>
              <a:t>Click to add title</a:t>
            </a:r>
          </a:p>
        </p:txBody>
      </p:sp>
    </p:spTree>
    <p:extLst>
      <p:ext uri="{BB962C8B-B14F-4D97-AF65-F5344CB8AC3E}">
        <p14:creationId xmlns:p14="http://schemas.microsoft.com/office/powerpoint/2010/main" val="3627900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siness Model">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684757-E21D-414B-B627-1E0D15F89CA8}"/>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11" name="Picture Placeholder 7">
            <a:extLst>
              <a:ext uri="{FF2B5EF4-FFF2-40B4-BE49-F238E27FC236}">
                <a16:creationId xmlns:a16="http://schemas.microsoft.com/office/drawing/2014/main" id="{927250C7-CB58-468C-B8BB-17DB85D4F242}"/>
              </a:ext>
            </a:extLst>
          </p:cNvPr>
          <p:cNvSpPr>
            <a:spLocks noGrp="1"/>
          </p:cNvSpPr>
          <p:nvPr>
            <p:ph type="pic" sz="quarter" idx="13" hasCustomPrompt="1"/>
          </p:nvPr>
        </p:nvSpPr>
        <p:spPr>
          <a:xfrm>
            <a:off x="5011738" y="0"/>
            <a:ext cx="7196930" cy="6867376"/>
          </a:xfrm>
        </p:spPr>
        <p:txBody>
          <a:bodyPr/>
          <a:lstStyle>
            <a:lvl1pPr marL="0" indent="0" algn="ctr">
              <a:buNone/>
              <a:defRPr>
                <a:solidFill>
                  <a:schemeClr val="bg1"/>
                </a:solidFill>
              </a:defRPr>
            </a:lvl1pPr>
          </a:lstStyle>
          <a:p>
            <a:r>
              <a:rPr lang="en-US"/>
              <a:t>Click to add photo</a:t>
            </a:r>
          </a:p>
        </p:txBody>
      </p:sp>
      <p:sp>
        <p:nvSpPr>
          <p:cNvPr id="2" name="Title 1">
            <a:extLst>
              <a:ext uri="{FF2B5EF4-FFF2-40B4-BE49-F238E27FC236}">
                <a16:creationId xmlns:a16="http://schemas.microsoft.com/office/drawing/2014/main" id="{376BB3F6-84AB-40BA-9D7D-7C1E13C0E159}"/>
              </a:ext>
            </a:extLst>
          </p:cNvPr>
          <p:cNvSpPr>
            <a:spLocks noGrp="1"/>
          </p:cNvSpPr>
          <p:nvPr>
            <p:ph type="title" hasCustomPrompt="1"/>
          </p:nvPr>
        </p:nvSpPr>
        <p:spPr>
          <a:xfrm>
            <a:off x="-1" y="1036629"/>
            <a:ext cx="6007099" cy="4784742"/>
          </a:xfrm>
          <a:solidFill>
            <a:schemeClr val="accent6">
              <a:alpha val="80000"/>
            </a:schemeClr>
          </a:solidFill>
        </p:spPr>
        <p:txBody>
          <a:bodyPr lIns="822960" tIns="640080" anchor="t">
            <a:normAutofit/>
          </a:bodyPr>
          <a:lstStyle>
            <a:lvl1pPr algn="l">
              <a:lnSpc>
                <a:spcPct val="100000"/>
              </a:lnSpc>
              <a:defRPr sz="2800"/>
            </a:lvl1pPr>
          </a:lstStyle>
          <a:p>
            <a:r>
              <a:rPr lang="en-US"/>
              <a:t>Click to add title</a:t>
            </a:r>
          </a:p>
        </p:txBody>
      </p:sp>
      <p:sp>
        <p:nvSpPr>
          <p:cNvPr id="16" name="Text Placeholder 14">
            <a:extLst>
              <a:ext uri="{FF2B5EF4-FFF2-40B4-BE49-F238E27FC236}">
                <a16:creationId xmlns:a16="http://schemas.microsoft.com/office/drawing/2014/main" id="{6A7AB969-4D8E-41B0-A403-6D1D41CD5167}"/>
              </a:ext>
            </a:extLst>
          </p:cNvPr>
          <p:cNvSpPr>
            <a:spLocks noGrp="1"/>
          </p:cNvSpPr>
          <p:nvPr>
            <p:ph type="body" sz="quarter" idx="22" hasCustomPrompt="1"/>
          </p:nvPr>
        </p:nvSpPr>
        <p:spPr>
          <a:xfrm>
            <a:off x="729016" y="2368506"/>
            <a:ext cx="4771030" cy="365125"/>
          </a:xfrm>
          <a:prstGeom prst="rect">
            <a:avLst/>
          </a:prstGeom>
        </p:spPr>
        <p:txBody>
          <a:bodyPr/>
          <a:lstStyle>
            <a:lvl1pPr marL="0" indent="0">
              <a:buNone/>
              <a:defRPr sz="1600" cap="all" spc="200" baseline="0">
                <a:solidFill>
                  <a:schemeClr val="accent2"/>
                </a:solidFill>
                <a:latin typeface="+mj-lt"/>
              </a:defRPr>
            </a:lvl1pPr>
          </a:lstStyle>
          <a:p>
            <a:pPr lvl="0"/>
            <a:r>
              <a:rPr lang="en-US"/>
              <a:t>Click to add title</a:t>
            </a:r>
          </a:p>
        </p:txBody>
      </p:sp>
      <p:sp>
        <p:nvSpPr>
          <p:cNvPr id="15" name="Text Placeholder 14">
            <a:extLst>
              <a:ext uri="{FF2B5EF4-FFF2-40B4-BE49-F238E27FC236}">
                <a16:creationId xmlns:a16="http://schemas.microsoft.com/office/drawing/2014/main" id="{08F82904-47D8-4EB9-A697-8ED11274C40F}"/>
              </a:ext>
            </a:extLst>
          </p:cNvPr>
          <p:cNvSpPr>
            <a:spLocks noGrp="1"/>
          </p:cNvSpPr>
          <p:nvPr>
            <p:ph type="body" sz="quarter" idx="18" hasCustomPrompt="1"/>
          </p:nvPr>
        </p:nvSpPr>
        <p:spPr>
          <a:xfrm>
            <a:off x="729017" y="2605040"/>
            <a:ext cx="4771030" cy="801073"/>
          </a:xfrm>
          <a:prstGeom prst="rect">
            <a:avLst/>
          </a:prstGeom>
        </p:spPr>
        <p:txBody>
          <a:bodyPr>
            <a:normAutofit/>
          </a:bodyPr>
          <a:lstStyle>
            <a:lvl1pPr marL="0" indent="0">
              <a:lnSpc>
                <a:spcPct val="114000"/>
              </a:lnSpc>
              <a:spcBef>
                <a:spcPts val="0"/>
              </a:spcBef>
              <a:buNone/>
              <a:defRPr sz="1400" cap="none" spc="100" baseline="0">
                <a:solidFill>
                  <a:schemeClr val="accent2"/>
                </a:solidFill>
                <a:latin typeface="+mn-lt"/>
              </a:defRPr>
            </a:lvl1pPr>
          </a:lstStyle>
          <a:p>
            <a:pPr lvl="0"/>
            <a:r>
              <a:rPr lang="en-US"/>
              <a:t>Click to add text</a:t>
            </a:r>
          </a:p>
        </p:txBody>
      </p:sp>
      <p:sp>
        <p:nvSpPr>
          <p:cNvPr id="22" name="Text Placeholder 14">
            <a:extLst>
              <a:ext uri="{FF2B5EF4-FFF2-40B4-BE49-F238E27FC236}">
                <a16:creationId xmlns:a16="http://schemas.microsoft.com/office/drawing/2014/main" id="{44501739-C457-4C98-A458-5B3639CFB821}"/>
              </a:ext>
            </a:extLst>
          </p:cNvPr>
          <p:cNvSpPr>
            <a:spLocks noGrp="1"/>
          </p:cNvSpPr>
          <p:nvPr>
            <p:ph type="body" sz="quarter" idx="24" hasCustomPrompt="1"/>
          </p:nvPr>
        </p:nvSpPr>
        <p:spPr>
          <a:xfrm>
            <a:off x="729016" y="3544629"/>
            <a:ext cx="4771030" cy="365125"/>
          </a:xfrm>
          <a:prstGeom prst="rect">
            <a:avLst/>
          </a:prstGeom>
        </p:spPr>
        <p:txBody>
          <a:bodyPr/>
          <a:lstStyle>
            <a:lvl1pPr marL="0" indent="0">
              <a:buNone/>
              <a:defRPr sz="1600" cap="all" spc="200" baseline="0">
                <a:solidFill>
                  <a:schemeClr val="accent2"/>
                </a:solidFill>
                <a:latin typeface="+mj-lt"/>
              </a:defRPr>
            </a:lvl1pPr>
          </a:lstStyle>
          <a:p>
            <a:pPr lvl="0"/>
            <a:r>
              <a:rPr lang="en-US"/>
              <a:t>Click to add title</a:t>
            </a:r>
          </a:p>
        </p:txBody>
      </p:sp>
      <p:sp>
        <p:nvSpPr>
          <p:cNvPr id="21" name="Text Placeholder 14">
            <a:extLst>
              <a:ext uri="{FF2B5EF4-FFF2-40B4-BE49-F238E27FC236}">
                <a16:creationId xmlns:a16="http://schemas.microsoft.com/office/drawing/2014/main" id="{503766A8-C36E-4337-9DB4-358A28B74319}"/>
              </a:ext>
            </a:extLst>
          </p:cNvPr>
          <p:cNvSpPr>
            <a:spLocks noGrp="1"/>
          </p:cNvSpPr>
          <p:nvPr>
            <p:ph type="body" sz="quarter" idx="23" hasCustomPrompt="1"/>
          </p:nvPr>
        </p:nvSpPr>
        <p:spPr>
          <a:xfrm>
            <a:off x="729017" y="3781163"/>
            <a:ext cx="4771030" cy="801073"/>
          </a:xfrm>
          <a:prstGeom prst="rect">
            <a:avLst/>
          </a:prstGeom>
        </p:spPr>
        <p:txBody>
          <a:bodyPr>
            <a:normAutofit/>
          </a:bodyPr>
          <a:lstStyle>
            <a:lvl1pPr marL="0" indent="0">
              <a:lnSpc>
                <a:spcPct val="114000"/>
              </a:lnSpc>
              <a:spcBef>
                <a:spcPts val="0"/>
              </a:spcBef>
              <a:buNone/>
              <a:defRPr sz="1400" cap="none" spc="100" baseline="0">
                <a:solidFill>
                  <a:schemeClr val="accent2"/>
                </a:solidFill>
                <a:latin typeface="+mn-lt"/>
              </a:defRPr>
            </a:lvl1pPr>
          </a:lstStyle>
          <a:p>
            <a:pPr lvl="0"/>
            <a:r>
              <a:rPr lang="en-US"/>
              <a:t>Click to add text</a:t>
            </a:r>
          </a:p>
        </p:txBody>
      </p:sp>
      <p:sp>
        <p:nvSpPr>
          <p:cNvPr id="24" name="Text Placeholder 14">
            <a:extLst>
              <a:ext uri="{FF2B5EF4-FFF2-40B4-BE49-F238E27FC236}">
                <a16:creationId xmlns:a16="http://schemas.microsoft.com/office/drawing/2014/main" id="{5F947925-2465-45AC-9A1E-7153477BBEEC}"/>
              </a:ext>
            </a:extLst>
          </p:cNvPr>
          <p:cNvSpPr>
            <a:spLocks noGrp="1"/>
          </p:cNvSpPr>
          <p:nvPr>
            <p:ph type="body" sz="quarter" idx="26" hasCustomPrompt="1"/>
          </p:nvPr>
        </p:nvSpPr>
        <p:spPr>
          <a:xfrm>
            <a:off x="729016" y="4739239"/>
            <a:ext cx="4771030" cy="365125"/>
          </a:xfrm>
          <a:prstGeom prst="rect">
            <a:avLst/>
          </a:prstGeom>
        </p:spPr>
        <p:txBody>
          <a:bodyPr/>
          <a:lstStyle>
            <a:lvl1pPr marL="0" indent="0">
              <a:buNone/>
              <a:defRPr sz="1600" cap="all" spc="200" baseline="0">
                <a:solidFill>
                  <a:schemeClr val="accent2"/>
                </a:solidFill>
                <a:latin typeface="+mj-lt"/>
              </a:defRPr>
            </a:lvl1pPr>
          </a:lstStyle>
          <a:p>
            <a:pPr lvl="0"/>
            <a:r>
              <a:rPr lang="en-US"/>
              <a:t>Click to add title</a:t>
            </a:r>
          </a:p>
        </p:txBody>
      </p:sp>
      <p:sp>
        <p:nvSpPr>
          <p:cNvPr id="23" name="Text Placeholder 14">
            <a:extLst>
              <a:ext uri="{FF2B5EF4-FFF2-40B4-BE49-F238E27FC236}">
                <a16:creationId xmlns:a16="http://schemas.microsoft.com/office/drawing/2014/main" id="{6FC86B0E-A85D-444A-BC2A-B7A5FF1D48D5}"/>
              </a:ext>
            </a:extLst>
          </p:cNvPr>
          <p:cNvSpPr>
            <a:spLocks noGrp="1"/>
          </p:cNvSpPr>
          <p:nvPr>
            <p:ph type="body" sz="quarter" idx="25" hasCustomPrompt="1"/>
          </p:nvPr>
        </p:nvSpPr>
        <p:spPr>
          <a:xfrm>
            <a:off x="729017" y="4975773"/>
            <a:ext cx="4771030" cy="546815"/>
          </a:xfrm>
          <a:prstGeom prst="rect">
            <a:avLst/>
          </a:prstGeom>
        </p:spPr>
        <p:txBody>
          <a:bodyPr>
            <a:normAutofit/>
          </a:bodyPr>
          <a:lstStyle>
            <a:lvl1pPr marL="0" indent="0">
              <a:lnSpc>
                <a:spcPct val="114000"/>
              </a:lnSpc>
              <a:spcBef>
                <a:spcPts val="0"/>
              </a:spcBef>
              <a:buNone/>
              <a:defRPr sz="1400" cap="none" spc="100" baseline="0">
                <a:solidFill>
                  <a:schemeClr val="accent2"/>
                </a:solidFill>
                <a:latin typeface="+mn-lt"/>
              </a:defRPr>
            </a:lvl1pPr>
          </a:lstStyle>
          <a:p>
            <a:pPr lvl="0"/>
            <a:r>
              <a:rPr lang="en-US"/>
              <a:t>Click to add text</a:t>
            </a:r>
          </a:p>
        </p:txBody>
      </p:sp>
      <p:sp>
        <p:nvSpPr>
          <p:cNvPr id="5" name="Date Placeholder 4">
            <a:extLst>
              <a:ext uri="{FF2B5EF4-FFF2-40B4-BE49-F238E27FC236}">
                <a16:creationId xmlns:a16="http://schemas.microsoft.com/office/drawing/2014/main" id="{BBA930A0-A89C-48EB-A039-375BDA735BBF}"/>
              </a:ext>
            </a:extLst>
          </p:cNvPr>
          <p:cNvSpPr>
            <a:spLocks noGrp="1"/>
          </p:cNvSpPr>
          <p:nvPr>
            <p:ph type="dt" sz="half" idx="10"/>
          </p:nvPr>
        </p:nvSpPr>
        <p:spPr/>
        <p:txBody>
          <a:bodyPr/>
          <a:lstStyle/>
          <a:p>
            <a:r>
              <a:rPr lang="en-US"/>
              <a:t>8/06/20XX</a:t>
            </a:r>
          </a:p>
        </p:txBody>
      </p:sp>
      <p:sp>
        <p:nvSpPr>
          <p:cNvPr id="6" name="Footer Placeholder 5">
            <a:extLst>
              <a:ext uri="{FF2B5EF4-FFF2-40B4-BE49-F238E27FC236}">
                <a16:creationId xmlns:a16="http://schemas.microsoft.com/office/drawing/2014/main" id="{A02A2494-B27D-418F-9D5E-8DE4FFB491B3}"/>
              </a:ext>
            </a:extLst>
          </p:cNvPr>
          <p:cNvSpPr>
            <a:spLocks noGrp="1"/>
          </p:cNvSpPr>
          <p:nvPr>
            <p:ph type="ftr" sz="quarter" idx="11"/>
          </p:nvPr>
        </p:nvSpPr>
        <p:spPr/>
        <p:txBody>
          <a:bodyPr/>
          <a:lstStyle/>
          <a:p>
            <a:r>
              <a:rPr lang="en-US"/>
              <a:t>PITCH DECK</a:t>
            </a:r>
          </a:p>
        </p:txBody>
      </p:sp>
      <p:sp>
        <p:nvSpPr>
          <p:cNvPr id="7" name="Slide Number Placeholder 6">
            <a:extLst>
              <a:ext uri="{FF2B5EF4-FFF2-40B4-BE49-F238E27FC236}">
                <a16:creationId xmlns:a16="http://schemas.microsoft.com/office/drawing/2014/main" id="{04B0DC46-AFFB-4CCA-B5AE-7028C4E26619}"/>
              </a:ext>
            </a:extLst>
          </p:cNvPr>
          <p:cNvSpPr>
            <a:spLocks noGrp="1"/>
          </p:cNvSpPr>
          <p:nvPr>
            <p:ph type="sldNum" sz="quarter" idx="12"/>
          </p:nvPr>
        </p:nvSpPr>
        <p:spPr/>
        <p:txBody>
          <a:bodyPr/>
          <a:lstStyle/>
          <a:p>
            <a:fld id="{A402E4C0-AD5E-4E8C-9F21-7CCE474BDCEB}" type="slidenum">
              <a:rPr lang="en-US" smtClean="0"/>
              <a:t>‹#›</a:t>
            </a:fld>
            <a:endParaRPr lang="en-US"/>
          </a:p>
        </p:txBody>
      </p:sp>
    </p:spTree>
    <p:extLst>
      <p:ext uri="{BB962C8B-B14F-4D97-AF65-F5344CB8AC3E}">
        <p14:creationId xmlns:p14="http://schemas.microsoft.com/office/powerpoint/2010/main" val="2331967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verview">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27D588-C832-4149-9B9F-D817459D8B7F}"/>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5" name="Date Placeholder 4">
            <a:extLst>
              <a:ext uri="{FF2B5EF4-FFF2-40B4-BE49-F238E27FC236}">
                <a16:creationId xmlns:a16="http://schemas.microsoft.com/office/drawing/2014/main" id="{A410CE2C-509A-4C33-AB34-6F278F1171B9}"/>
              </a:ext>
            </a:extLst>
          </p:cNvPr>
          <p:cNvSpPr>
            <a:spLocks noGrp="1"/>
          </p:cNvSpPr>
          <p:nvPr>
            <p:ph type="dt" sz="half" idx="10"/>
          </p:nvPr>
        </p:nvSpPr>
        <p:spPr/>
        <p:txBody>
          <a:bodyPr/>
          <a:lstStyle/>
          <a:p>
            <a:r>
              <a:rPr lang="en-US"/>
              <a:t>8/06/20XX</a:t>
            </a:r>
          </a:p>
        </p:txBody>
      </p:sp>
      <p:sp>
        <p:nvSpPr>
          <p:cNvPr id="6" name="Footer Placeholder 5">
            <a:extLst>
              <a:ext uri="{FF2B5EF4-FFF2-40B4-BE49-F238E27FC236}">
                <a16:creationId xmlns:a16="http://schemas.microsoft.com/office/drawing/2014/main" id="{78F06B8C-060C-4139-B354-239A56BB3422}"/>
              </a:ext>
            </a:extLst>
          </p:cNvPr>
          <p:cNvSpPr>
            <a:spLocks noGrp="1"/>
          </p:cNvSpPr>
          <p:nvPr>
            <p:ph type="ftr" sz="quarter" idx="11"/>
          </p:nvPr>
        </p:nvSpPr>
        <p:spPr/>
        <p:txBody>
          <a:bodyPr/>
          <a:lstStyle/>
          <a:p>
            <a:r>
              <a:rPr lang="en-US"/>
              <a:t>PITCH DECK</a:t>
            </a:r>
          </a:p>
        </p:txBody>
      </p:sp>
      <p:sp>
        <p:nvSpPr>
          <p:cNvPr id="7" name="Slide Number Placeholder 6">
            <a:extLst>
              <a:ext uri="{FF2B5EF4-FFF2-40B4-BE49-F238E27FC236}">
                <a16:creationId xmlns:a16="http://schemas.microsoft.com/office/drawing/2014/main" id="{957BE7C0-2680-40FD-88E4-27D6E7775DF3}"/>
              </a:ext>
            </a:extLst>
          </p:cNvPr>
          <p:cNvSpPr>
            <a:spLocks noGrp="1"/>
          </p:cNvSpPr>
          <p:nvPr>
            <p:ph type="sldNum" sz="quarter" idx="12"/>
          </p:nvPr>
        </p:nvSpPr>
        <p:spPr/>
        <p:txBody>
          <a:bodyPr/>
          <a:lstStyle/>
          <a:p>
            <a:fld id="{A402E4C0-AD5E-4E8C-9F21-7CCE474BDCEB}" type="slidenum">
              <a:rPr lang="en-US" smtClean="0"/>
              <a:t>‹#›</a:t>
            </a:fld>
            <a:endParaRPr lang="en-US"/>
          </a:p>
        </p:txBody>
      </p:sp>
      <p:sp>
        <p:nvSpPr>
          <p:cNvPr id="10" name="Text Placeholder 14">
            <a:extLst>
              <a:ext uri="{FF2B5EF4-FFF2-40B4-BE49-F238E27FC236}">
                <a16:creationId xmlns:a16="http://schemas.microsoft.com/office/drawing/2014/main" id="{01941F94-25C7-46EC-89FE-B12B54F77CFA}"/>
              </a:ext>
            </a:extLst>
          </p:cNvPr>
          <p:cNvSpPr>
            <a:spLocks noGrp="1"/>
          </p:cNvSpPr>
          <p:nvPr>
            <p:ph type="body" sz="quarter" idx="20" hasCustomPrompt="1"/>
          </p:nvPr>
        </p:nvSpPr>
        <p:spPr>
          <a:xfrm>
            <a:off x="816075" y="4076963"/>
            <a:ext cx="3035881" cy="1485635"/>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sp>
        <p:nvSpPr>
          <p:cNvPr id="11" name="Text Placeholder 10">
            <a:extLst>
              <a:ext uri="{FF2B5EF4-FFF2-40B4-BE49-F238E27FC236}">
                <a16:creationId xmlns:a16="http://schemas.microsoft.com/office/drawing/2014/main" id="{1DE2747E-A71B-4917-8960-56D4F927D8C5}"/>
              </a:ext>
            </a:extLst>
          </p:cNvPr>
          <p:cNvSpPr>
            <a:spLocks noGrp="1"/>
          </p:cNvSpPr>
          <p:nvPr>
            <p:ph type="body" sz="quarter" idx="14" hasCustomPrompt="1"/>
          </p:nvPr>
        </p:nvSpPr>
        <p:spPr>
          <a:xfrm>
            <a:off x="1201068" y="2806964"/>
            <a:ext cx="2693128" cy="991689"/>
          </a:xfrm>
          <a:prstGeom prst="rect">
            <a:avLst/>
          </a:prstGeom>
        </p:spPr>
        <p:txBody>
          <a:bodyPr anchor="b"/>
          <a:lstStyle>
            <a:lvl1pPr marL="0" indent="0" algn="r">
              <a:buNone/>
              <a:defRPr sz="4000" kern="0" cap="all" spc="400" baseline="0">
                <a:solidFill>
                  <a:schemeClr val="accent5"/>
                </a:solidFill>
                <a:latin typeface="+mj-lt"/>
              </a:defRPr>
            </a:lvl1pPr>
          </a:lstStyle>
          <a:p>
            <a:pPr lvl="0"/>
            <a:r>
              <a:rPr lang="en-US"/>
              <a:t>Add title</a:t>
            </a:r>
          </a:p>
        </p:txBody>
      </p:sp>
      <p:sp>
        <p:nvSpPr>
          <p:cNvPr id="12" name="Text Placeholder 14">
            <a:extLst>
              <a:ext uri="{FF2B5EF4-FFF2-40B4-BE49-F238E27FC236}">
                <a16:creationId xmlns:a16="http://schemas.microsoft.com/office/drawing/2014/main" id="{B3830FC7-44D5-48CD-AA84-4E262F2EB8C8}"/>
              </a:ext>
            </a:extLst>
          </p:cNvPr>
          <p:cNvSpPr>
            <a:spLocks noGrp="1"/>
          </p:cNvSpPr>
          <p:nvPr>
            <p:ph type="body" sz="quarter" idx="21" hasCustomPrompt="1"/>
          </p:nvPr>
        </p:nvSpPr>
        <p:spPr>
          <a:xfrm>
            <a:off x="4689632" y="4076963"/>
            <a:ext cx="3035880" cy="1485635"/>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sp>
        <p:nvSpPr>
          <p:cNvPr id="13" name="Text Placeholder 14">
            <a:extLst>
              <a:ext uri="{FF2B5EF4-FFF2-40B4-BE49-F238E27FC236}">
                <a16:creationId xmlns:a16="http://schemas.microsoft.com/office/drawing/2014/main" id="{51F423C9-E1B4-4BD9-98A5-9397C32447D9}"/>
              </a:ext>
            </a:extLst>
          </p:cNvPr>
          <p:cNvSpPr>
            <a:spLocks noGrp="1"/>
          </p:cNvSpPr>
          <p:nvPr>
            <p:ph type="body" sz="quarter" idx="23" hasCustomPrompt="1"/>
          </p:nvPr>
        </p:nvSpPr>
        <p:spPr>
          <a:xfrm>
            <a:off x="8563187" y="4076963"/>
            <a:ext cx="3023761" cy="1485635"/>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cxnSp>
        <p:nvCxnSpPr>
          <p:cNvPr id="14" name="Straight Connector 13">
            <a:extLst>
              <a:ext uri="{FF2B5EF4-FFF2-40B4-BE49-F238E27FC236}">
                <a16:creationId xmlns:a16="http://schemas.microsoft.com/office/drawing/2014/main" id="{A0DF3CDE-1C08-4B0C-8DC3-9FCBBD3E61D4}"/>
              </a:ext>
            </a:extLst>
          </p:cNvPr>
          <p:cNvCxnSpPr>
            <a:cxnSpLocks/>
          </p:cNvCxnSpPr>
          <p:nvPr userDrawn="1"/>
        </p:nvCxnSpPr>
        <p:spPr>
          <a:xfrm>
            <a:off x="832513" y="3939883"/>
            <a:ext cx="2903678"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Text Placeholder 10">
            <a:extLst>
              <a:ext uri="{FF2B5EF4-FFF2-40B4-BE49-F238E27FC236}">
                <a16:creationId xmlns:a16="http://schemas.microsoft.com/office/drawing/2014/main" id="{C026C956-C6C4-4010-889F-B8D762036464}"/>
              </a:ext>
            </a:extLst>
          </p:cNvPr>
          <p:cNvSpPr>
            <a:spLocks noGrp="1"/>
          </p:cNvSpPr>
          <p:nvPr>
            <p:ph type="body" sz="quarter" idx="24" hasCustomPrompt="1"/>
          </p:nvPr>
        </p:nvSpPr>
        <p:spPr>
          <a:xfrm>
            <a:off x="5073324" y="2806964"/>
            <a:ext cx="2693128" cy="991689"/>
          </a:xfrm>
          <a:prstGeom prst="rect">
            <a:avLst/>
          </a:prstGeom>
        </p:spPr>
        <p:txBody>
          <a:bodyPr anchor="b"/>
          <a:lstStyle>
            <a:lvl1pPr marL="0" indent="0" algn="r">
              <a:buNone/>
              <a:defRPr sz="4000" kern="0" cap="all" spc="400" baseline="0">
                <a:solidFill>
                  <a:schemeClr val="accent5"/>
                </a:solidFill>
                <a:latin typeface="+mj-lt"/>
              </a:defRPr>
            </a:lvl1pPr>
          </a:lstStyle>
          <a:p>
            <a:pPr lvl="0"/>
            <a:r>
              <a:rPr lang="en-US"/>
              <a:t>Add title</a:t>
            </a:r>
          </a:p>
        </p:txBody>
      </p:sp>
      <p:sp>
        <p:nvSpPr>
          <p:cNvPr id="16" name="Text Placeholder 10">
            <a:extLst>
              <a:ext uri="{FF2B5EF4-FFF2-40B4-BE49-F238E27FC236}">
                <a16:creationId xmlns:a16="http://schemas.microsoft.com/office/drawing/2014/main" id="{A4D363AD-B16F-46C4-9856-EA9EAC699EF7}"/>
              </a:ext>
            </a:extLst>
          </p:cNvPr>
          <p:cNvSpPr>
            <a:spLocks noGrp="1"/>
          </p:cNvSpPr>
          <p:nvPr>
            <p:ph type="body" sz="quarter" idx="25" hasCustomPrompt="1"/>
          </p:nvPr>
        </p:nvSpPr>
        <p:spPr>
          <a:xfrm>
            <a:off x="8940173" y="2806964"/>
            <a:ext cx="2693128" cy="991689"/>
          </a:xfrm>
          <a:prstGeom prst="rect">
            <a:avLst/>
          </a:prstGeom>
        </p:spPr>
        <p:txBody>
          <a:bodyPr anchor="b"/>
          <a:lstStyle>
            <a:lvl1pPr marL="0" indent="0" algn="r">
              <a:buNone/>
              <a:defRPr sz="4000" kern="0" cap="all" spc="400" baseline="0">
                <a:solidFill>
                  <a:schemeClr val="accent5"/>
                </a:solidFill>
                <a:latin typeface="+mj-lt"/>
              </a:defRPr>
            </a:lvl1pPr>
          </a:lstStyle>
          <a:p>
            <a:pPr lvl="0"/>
            <a:r>
              <a:rPr lang="en-US"/>
              <a:t>Add title</a:t>
            </a:r>
          </a:p>
        </p:txBody>
      </p:sp>
      <p:cxnSp>
        <p:nvCxnSpPr>
          <p:cNvPr id="26" name="Straight Connector 25">
            <a:extLst>
              <a:ext uri="{FF2B5EF4-FFF2-40B4-BE49-F238E27FC236}">
                <a16:creationId xmlns:a16="http://schemas.microsoft.com/office/drawing/2014/main" id="{D6E9BAEE-70B0-4F15-B6B7-D5AE0227618F}"/>
              </a:ext>
            </a:extLst>
          </p:cNvPr>
          <p:cNvCxnSpPr>
            <a:cxnSpLocks/>
          </p:cNvCxnSpPr>
          <p:nvPr userDrawn="1"/>
        </p:nvCxnSpPr>
        <p:spPr>
          <a:xfrm>
            <a:off x="4699359" y="3939883"/>
            <a:ext cx="2903678"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F0848BB-EF65-4D43-AC18-9C4F4749CA6D}"/>
              </a:ext>
            </a:extLst>
          </p:cNvPr>
          <p:cNvCxnSpPr>
            <a:cxnSpLocks/>
          </p:cNvCxnSpPr>
          <p:nvPr userDrawn="1"/>
        </p:nvCxnSpPr>
        <p:spPr>
          <a:xfrm>
            <a:off x="8566207" y="3939883"/>
            <a:ext cx="2903678"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7CA7F01-3F2D-4396-A7D4-3D21C56D7FCC}"/>
              </a:ext>
            </a:extLst>
          </p:cNvPr>
          <p:cNvSpPr>
            <a:spLocks noGrp="1"/>
          </p:cNvSpPr>
          <p:nvPr>
            <p:ph type="title" hasCustomPrompt="1"/>
          </p:nvPr>
        </p:nvSpPr>
        <p:spPr>
          <a:xfrm>
            <a:off x="729016" y="1643321"/>
            <a:ext cx="4856634" cy="466344"/>
          </a:xfrm>
        </p:spPr>
        <p:txBody>
          <a:bodyPr>
            <a:noAutofit/>
          </a:bodyPr>
          <a:lstStyle>
            <a:lvl1pPr>
              <a:lnSpc>
                <a:spcPct val="100000"/>
              </a:lnSpc>
              <a:defRPr sz="2800">
                <a:ln w="19050">
                  <a:solidFill>
                    <a:schemeClr val="accent5"/>
                  </a:solidFill>
                </a:ln>
              </a:defRPr>
            </a:lvl1pPr>
          </a:lstStyle>
          <a:p>
            <a:r>
              <a:rPr lang="en-US"/>
              <a:t>Click to add title</a:t>
            </a:r>
          </a:p>
        </p:txBody>
      </p:sp>
    </p:spTree>
    <p:extLst>
      <p:ext uri="{BB962C8B-B14F-4D97-AF65-F5344CB8AC3E}">
        <p14:creationId xmlns:p14="http://schemas.microsoft.com/office/powerpoint/2010/main" val="3692045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6D8EB4-0AAB-4C86-96ED-AB74FA56A674}"/>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10" name="Picture Placeholder 7">
            <a:extLst>
              <a:ext uri="{FF2B5EF4-FFF2-40B4-BE49-F238E27FC236}">
                <a16:creationId xmlns:a16="http://schemas.microsoft.com/office/drawing/2014/main" id="{5DEE423F-FC4A-461D-8AA7-F7C14B806664}"/>
              </a:ext>
            </a:extLst>
          </p:cNvPr>
          <p:cNvSpPr>
            <a:spLocks noGrp="1"/>
          </p:cNvSpPr>
          <p:nvPr>
            <p:ph type="pic" sz="quarter" idx="13" hasCustomPrompt="1"/>
          </p:nvPr>
        </p:nvSpPr>
        <p:spPr>
          <a:xfrm>
            <a:off x="0" y="0"/>
            <a:ext cx="5334461" cy="6867376"/>
          </a:xfrm>
        </p:spPr>
        <p:txBody>
          <a:bodyPr/>
          <a:lstStyle>
            <a:lvl1pPr marL="0" indent="0" algn="ctr">
              <a:buNone/>
              <a:defRPr>
                <a:solidFill>
                  <a:schemeClr val="bg1"/>
                </a:solidFill>
              </a:defRPr>
            </a:lvl1pPr>
          </a:lstStyle>
          <a:p>
            <a:r>
              <a:rPr lang="en-US"/>
              <a:t>Click to add photo</a:t>
            </a:r>
          </a:p>
        </p:txBody>
      </p:sp>
      <p:sp>
        <p:nvSpPr>
          <p:cNvPr id="4" name="Date Placeholder 3">
            <a:extLst>
              <a:ext uri="{FF2B5EF4-FFF2-40B4-BE49-F238E27FC236}">
                <a16:creationId xmlns:a16="http://schemas.microsoft.com/office/drawing/2014/main" id="{A77D30EC-51F8-4EBE-9AC8-349D6E064E20}"/>
              </a:ext>
            </a:extLst>
          </p:cNvPr>
          <p:cNvSpPr>
            <a:spLocks noGrp="1"/>
          </p:cNvSpPr>
          <p:nvPr>
            <p:ph type="dt" sz="half" idx="10"/>
          </p:nvPr>
        </p:nvSpPr>
        <p:spPr/>
        <p:txBody>
          <a:bodyPr/>
          <a:lstStyle/>
          <a:p>
            <a:r>
              <a:rPr lang="en-US"/>
              <a:t>8/06/20XX</a:t>
            </a:r>
          </a:p>
        </p:txBody>
      </p:sp>
      <p:sp>
        <p:nvSpPr>
          <p:cNvPr id="14" name="Text Placeholder 10">
            <a:extLst>
              <a:ext uri="{FF2B5EF4-FFF2-40B4-BE49-F238E27FC236}">
                <a16:creationId xmlns:a16="http://schemas.microsoft.com/office/drawing/2014/main" id="{9EF7FC71-AF21-4CDA-8E86-E05EB4F1C442}"/>
              </a:ext>
            </a:extLst>
          </p:cNvPr>
          <p:cNvSpPr>
            <a:spLocks noGrp="1"/>
          </p:cNvSpPr>
          <p:nvPr>
            <p:ph type="body" sz="quarter" idx="18" hasCustomPrompt="1"/>
          </p:nvPr>
        </p:nvSpPr>
        <p:spPr>
          <a:xfrm>
            <a:off x="6353468" y="3260492"/>
            <a:ext cx="1152144" cy="768096"/>
          </a:xfrm>
          <a:prstGeom prst="rect">
            <a:avLst/>
          </a:prstGeom>
          <a:ln w="28575">
            <a:solidFill>
              <a:schemeClr val="accent5">
                <a:lumMod val="40000"/>
                <a:lumOff val="60000"/>
              </a:schemeClr>
            </a:solidFill>
          </a:ln>
        </p:spPr>
        <p:txBody>
          <a:bodyPr anchor="ctr"/>
          <a:lstStyle>
            <a:lvl1pPr marL="0" indent="0" algn="ctr">
              <a:buNone/>
              <a:defRPr sz="2400" cap="all" spc="100" baseline="0">
                <a:solidFill>
                  <a:schemeClr val="accent5">
                    <a:lumMod val="20000"/>
                    <a:lumOff val="80000"/>
                  </a:schemeClr>
                </a:solidFill>
                <a:latin typeface="+mj-lt"/>
              </a:defRPr>
            </a:lvl1pPr>
          </a:lstStyle>
          <a:p>
            <a:pPr lvl="0"/>
            <a:r>
              <a:rPr lang="en-US"/>
              <a:t>$2B</a:t>
            </a:r>
          </a:p>
        </p:txBody>
      </p:sp>
      <p:sp>
        <p:nvSpPr>
          <p:cNvPr id="5" name="Footer Placeholder 4">
            <a:extLst>
              <a:ext uri="{FF2B5EF4-FFF2-40B4-BE49-F238E27FC236}">
                <a16:creationId xmlns:a16="http://schemas.microsoft.com/office/drawing/2014/main" id="{9FE21B81-6A13-47D5-AD62-B1B0E4868044}"/>
              </a:ext>
            </a:extLst>
          </p:cNvPr>
          <p:cNvSpPr>
            <a:spLocks noGrp="1"/>
          </p:cNvSpPr>
          <p:nvPr>
            <p:ph type="ftr" sz="quarter" idx="11"/>
          </p:nvPr>
        </p:nvSpPr>
        <p:spPr/>
        <p:txBody>
          <a:bodyPr/>
          <a:lstStyle/>
          <a:p>
            <a:r>
              <a:rPr lang="en-US"/>
              <a:t>PITCH DECK</a:t>
            </a:r>
          </a:p>
        </p:txBody>
      </p:sp>
      <p:sp>
        <p:nvSpPr>
          <p:cNvPr id="6" name="Slide Number Placeholder 5">
            <a:extLst>
              <a:ext uri="{FF2B5EF4-FFF2-40B4-BE49-F238E27FC236}">
                <a16:creationId xmlns:a16="http://schemas.microsoft.com/office/drawing/2014/main" id="{E12BB476-8DFF-468F-B950-1F980EB4D5CD}"/>
              </a:ext>
            </a:extLst>
          </p:cNvPr>
          <p:cNvSpPr>
            <a:spLocks noGrp="1"/>
          </p:cNvSpPr>
          <p:nvPr>
            <p:ph type="sldNum" sz="quarter" idx="12"/>
          </p:nvPr>
        </p:nvSpPr>
        <p:spPr/>
        <p:txBody>
          <a:bodyPr/>
          <a:lstStyle/>
          <a:p>
            <a:fld id="{A402E4C0-AD5E-4E8C-9F21-7CCE474BDCEB}" type="slidenum">
              <a:rPr lang="en-US" smtClean="0"/>
              <a:t>‹#›</a:t>
            </a:fld>
            <a:endParaRPr lang="en-US"/>
          </a:p>
        </p:txBody>
      </p:sp>
      <p:sp>
        <p:nvSpPr>
          <p:cNvPr id="16" name="Text Placeholder 10">
            <a:extLst>
              <a:ext uri="{FF2B5EF4-FFF2-40B4-BE49-F238E27FC236}">
                <a16:creationId xmlns:a16="http://schemas.microsoft.com/office/drawing/2014/main" id="{BF893A53-04CF-497B-9C3D-502C92BA0DAE}"/>
              </a:ext>
            </a:extLst>
          </p:cNvPr>
          <p:cNvSpPr>
            <a:spLocks noGrp="1"/>
          </p:cNvSpPr>
          <p:nvPr>
            <p:ph type="body" sz="quarter" idx="20" hasCustomPrompt="1"/>
          </p:nvPr>
        </p:nvSpPr>
        <p:spPr>
          <a:xfrm>
            <a:off x="6353467" y="4773463"/>
            <a:ext cx="1152144" cy="768096"/>
          </a:xfrm>
          <a:prstGeom prst="rect">
            <a:avLst/>
          </a:prstGeom>
          <a:ln w="28575">
            <a:solidFill>
              <a:schemeClr val="accent5">
                <a:lumMod val="40000"/>
                <a:lumOff val="60000"/>
              </a:schemeClr>
            </a:solidFill>
          </a:ln>
        </p:spPr>
        <p:txBody>
          <a:bodyPr anchor="ctr"/>
          <a:lstStyle>
            <a:lvl1pPr marL="0" indent="0" algn="ctr">
              <a:buNone/>
              <a:defRPr sz="2400" cap="all" spc="100" baseline="0">
                <a:solidFill>
                  <a:schemeClr val="accent5">
                    <a:lumMod val="20000"/>
                    <a:lumOff val="80000"/>
                  </a:schemeClr>
                </a:solidFill>
                <a:latin typeface="+mj-lt"/>
              </a:defRPr>
            </a:lvl1pPr>
          </a:lstStyle>
          <a:p>
            <a:pPr lvl="0"/>
            <a:r>
              <a:rPr lang="en-US"/>
              <a:t>$1B</a:t>
            </a:r>
          </a:p>
        </p:txBody>
      </p:sp>
      <p:sp>
        <p:nvSpPr>
          <p:cNvPr id="11" name="Text Placeholder 10">
            <a:extLst>
              <a:ext uri="{FF2B5EF4-FFF2-40B4-BE49-F238E27FC236}">
                <a16:creationId xmlns:a16="http://schemas.microsoft.com/office/drawing/2014/main" id="{58BD5CDD-220E-41E0-82DD-820C0D834A48}"/>
              </a:ext>
            </a:extLst>
          </p:cNvPr>
          <p:cNvSpPr>
            <a:spLocks noGrp="1"/>
          </p:cNvSpPr>
          <p:nvPr>
            <p:ph type="body" sz="quarter" idx="27" hasCustomPrompt="1"/>
          </p:nvPr>
        </p:nvSpPr>
        <p:spPr>
          <a:xfrm>
            <a:off x="7817970" y="1609772"/>
            <a:ext cx="3365003" cy="1171533"/>
          </a:xfrm>
          <a:prstGeom prst="rect">
            <a:avLst/>
          </a:prstGeom>
        </p:spPr>
        <p:txBody>
          <a:bodyPr anchor="t">
            <a:noAutofit/>
          </a:bodyPr>
          <a:lstStyle>
            <a:lvl1pPr marL="0" indent="0" algn="l">
              <a:lnSpc>
                <a:spcPct val="125000"/>
              </a:lnSpc>
              <a:spcBef>
                <a:spcPts val="500"/>
              </a:spcBef>
              <a:buNone/>
              <a:defRPr sz="1400" cap="none" spc="100" baseline="0">
                <a:solidFill>
                  <a:schemeClr val="bg1"/>
                </a:solidFill>
                <a:latin typeface="+mn-lt"/>
              </a:defRPr>
            </a:lvl1pPr>
          </a:lstStyle>
          <a:p>
            <a:pPr lvl="0"/>
            <a:r>
              <a:rPr lang="en-US"/>
              <a:t>Click to add text</a:t>
            </a:r>
          </a:p>
        </p:txBody>
      </p:sp>
      <p:sp>
        <p:nvSpPr>
          <p:cNvPr id="12" name="Text Placeholder 10">
            <a:extLst>
              <a:ext uri="{FF2B5EF4-FFF2-40B4-BE49-F238E27FC236}">
                <a16:creationId xmlns:a16="http://schemas.microsoft.com/office/drawing/2014/main" id="{253384AB-173D-4216-A221-BFA565FC127C}"/>
              </a:ext>
            </a:extLst>
          </p:cNvPr>
          <p:cNvSpPr>
            <a:spLocks noGrp="1"/>
          </p:cNvSpPr>
          <p:nvPr>
            <p:ph type="body" sz="quarter" idx="16" hasCustomPrompt="1"/>
          </p:nvPr>
        </p:nvSpPr>
        <p:spPr>
          <a:xfrm>
            <a:off x="6347375" y="1747520"/>
            <a:ext cx="1152144" cy="768096"/>
          </a:xfrm>
          <a:prstGeom prst="rect">
            <a:avLst/>
          </a:prstGeom>
          <a:ln w="28575">
            <a:solidFill>
              <a:schemeClr val="accent5">
                <a:lumMod val="40000"/>
                <a:lumOff val="60000"/>
              </a:schemeClr>
            </a:solidFill>
          </a:ln>
        </p:spPr>
        <p:txBody>
          <a:bodyPr anchor="ctr"/>
          <a:lstStyle>
            <a:lvl1pPr marL="0" indent="0" algn="ctr">
              <a:buNone/>
              <a:defRPr sz="2400" cap="all" spc="100" baseline="0">
                <a:solidFill>
                  <a:schemeClr val="accent5">
                    <a:lumMod val="20000"/>
                    <a:lumOff val="80000"/>
                  </a:schemeClr>
                </a:solidFill>
                <a:latin typeface="+mj-lt"/>
              </a:defRPr>
            </a:lvl1pPr>
          </a:lstStyle>
          <a:p>
            <a:pPr lvl="0"/>
            <a:r>
              <a:rPr lang="en-US"/>
              <a:t>$3B</a:t>
            </a:r>
          </a:p>
        </p:txBody>
      </p:sp>
      <p:sp>
        <p:nvSpPr>
          <p:cNvPr id="20" name="Text Placeholder 10">
            <a:extLst>
              <a:ext uri="{FF2B5EF4-FFF2-40B4-BE49-F238E27FC236}">
                <a16:creationId xmlns:a16="http://schemas.microsoft.com/office/drawing/2014/main" id="{45638026-D669-4C2A-82A4-5F35D27DCA4D}"/>
              </a:ext>
            </a:extLst>
          </p:cNvPr>
          <p:cNvSpPr>
            <a:spLocks noGrp="1"/>
          </p:cNvSpPr>
          <p:nvPr>
            <p:ph type="body" sz="quarter" idx="28" hasCustomPrompt="1"/>
          </p:nvPr>
        </p:nvSpPr>
        <p:spPr>
          <a:xfrm>
            <a:off x="7817970" y="3129515"/>
            <a:ext cx="3365003" cy="1170432"/>
          </a:xfrm>
          <a:prstGeom prst="rect">
            <a:avLst/>
          </a:prstGeom>
        </p:spPr>
        <p:txBody>
          <a:bodyPr anchor="t">
            <a:noAutofit/>
          </a:bodyPr>
          <a:lstStyle>
            <a:lvl1pPr marL="0" indent="0" algn="l">
              <a:lnSpc>
                <a:spcPct val="125000"/>
              </a:lnSpc>
              <a:spcBef>
                <a:spcPts val="500"/>
              </a:spcBef>
              <a:buNone/>
              <a:defRPr sz="1400" cap="none" spc="100" baseline="0">
                <a:solidFill>
                  <a:schemeClr val="bg1"/>
                </a:solidFill>
                <a:latin typeface="+mn-lt"/>
              </a:defRPr>
            </a:lvl1pPr>
          </a:lstStyle>
          <a:p>
            <a:pPr lvl="0"/>
            <a:r>
              <a:rPr lang="en-US"/>
              <a:t>Click to add text</a:t>
            </a:r>
          </a:p>
        </p:txBody>
      </p:sp>
      <p:sp>
        <p:nvSpPr>
          <p:cNvPr id="21" name="Text Placeholder 10">
            <a:extLst>
              <a:ext uri="{FF2B5EF4-FFF2-40B4-BE49-F238E27FC236}">
                <a16:creationId xmlns:a16="http://schemas.microsoft.com/office/drawing/2014/main" id="{A19EAA97-D0F2-464B-8450-83BF202CECF3}"/>
              </a:ext>
            </a:extLst>
          </p:cNvPr>
          <p:cNvSpPr>
            <a:spLocks noGrp="1"/>
          </p:cNvSpPr>
          <p:nvPr>
            <p:ph type="body" sz="quarter" idx="29" hasCustomPrompt="1"/>
          </p:nvPr>
        </p:nvSpPr>
        <p:spPr>
          <a:xfrm>
            <a:off x="7817970" y="4648156"/>
            <a:ext cx="3365003" cy="1170432"/>
          </a:xfrm>
          <a:prstGeom prst="rect">
            <a:avLst/>
          </a:prstGeom>
        </p:spPr>
        <p:txBody>
          <a:bodyPr anchor="t">
            <a:noAutofit/>
          </a:bodyPr>
          <a:lstStyle>
            <a:lvl1pPr marL="0" indent="0" algn="l">
              <a:lnSpc>
                <a:spcPct val="125000"/>
              </a:lnSpc>
              <a:spcBef>
                <a:spcPts val="500"/>
              </a:spcBef>
              <a:buNone/>
              <a:defRPr sz="1400" cap="none" spc="100" baseline="0">
                <a:solidFill>
                  <a:schemeClr val="bg1"/>
                </a:solidFill>
                <a:latin typeface="+mn-lt"/>
              </a:defRPr>
            </a:lvl1pPr>
          </a:lstStyle>
          <a:p>
            <a:pPr lvl="0"/>
            <a:r>
              <a:rPr lang="en-US"/>
              <a:t>Click to add text</a:t>
            </a:r>
          </a:p>
        </p:txBody>
      </p:sp>
      <p:sp>
        <p:nvSpPr>
          <p:cNvPr id="2" name="Title 1">
            <a:extLst>
              <a:ext uri="{FF2B5EF4-FFF2-40B4-BE49-F238E27FC236}">
                <a16:creationId xmlns:a16="http://schemas.microsoft.com/office/drawing/2014/main" id="{5DFF2174-FDCE-466A-8A4C-06AD6CAA4401}"/>
              </a:ext>
            </a:extLst>
          </p:cNvPr>
          <p:cNvSpPr>
            <a:spLocks noGrp="1"/>
          </p:cNvSpPr>
          <p:nvPr>
            <p:ph type="title" hasCustomPrompt="1"/>
          </p:nvPr>
        </p:nvSpPr>
        <p:spPr>
          <a:xfrm>
            <a:off x="6207016" y="746631"/>
            <a:ext cx="5184648" cy="466344"/>
          </a:xfrm>
        </p:spPr>
        <p:txBody>
          <a:bodyPr>
            <a:noAutofit/>
          </a:bodyPr>
          <a:lstStyle>
            <a:lvl1pPr>
              <a:lnSpc>
                <a:spcPct val="100000"/>
              </a:lnSpc>
              <a:defRPr sz="2800">
                <a:ln w="19050">
                  <a:solidFill>
                    <a:schemeClr val="bg1"/>
                  </a:solidFill>
                </a:ln>
              </a:defRPr>
            </a:lvl1pPr>
          </a:lstStyle>
          <a:p>
            <a:r>
              <a:rPr lang="en-US"/>
              <a:t>Click to add title</a:t>
            </a:r>
          </a:p>
        </p:txBody>
      </p:sp>
    </p:spTree>
    <p:extLst>
      <p:ext uri="{BB962C8B-B14F-4D97-AF65-F5344CB8AC3E}">
        <p14:creationId xmlns:p14="http://schemas.microsoft.com/office/powerpoint/2010/main" val="972322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bg>
      <p:bgPr>
        <a:solidFill>
          <a:schemeClr val="bg2">
            <a:lumMod val="10000"/>
          </a:schemeClr>
        </a:solidFill>
        <a:effectLst/>
      </p:bgPr>
    </p:bg>
    <p:spTree>
      <p:nvGrpSpPr>
        <p:cNvPr id="1" name=""/>
        <p:cNvGrpSpPr/>
        <p:nvPr/>
      </p:nvGrpSpPr>
      <p:grpSpPr>
        <a:xfrm>
          <a:off x="0" y="0"/>
          <a:ext cx="0" cy="0"/>
          <a:chOff x="0" y="0"/>
          <a:chExt cx="0" cy="0"/>
        </a:xfrm>
      </p:grpSpPr>
      <p:sp>
        <p:nvSpPr>
          <p:cNvPr id="21" name="Picture Placeholder 7">
            <a:extLst>
              <a:ext uri="{FF2B5EF4-FFF2-40B4-BE49-F238E27FC236}">
                <a16:creationId xmlns:a16="http://schemas.microsoft.com/office/drawing/2014/main" id="{9216DCA9-E871-422D-B12D-3E1C39ACD2ED}"/>
              </a:ext>
            </a:extLst>
          </p:cNvPr>
          <p:cNvSpPr>
            <a:spLocks noGrp="1"/>
          </p:cNvSpPr>
          <p:nvPr>
            <p:ph type="pic" sz="quarter" idx="28" hasCustomPrompt="1"/>
          </p:nvPr>
        </p:nvSpPr>
        <p:spPr>
          <a:xfrm rot="5400000" flipH="1">
            <a:off x="-2092961" y="2092960"/>
            <a:ext cx="6858002" cy="2672081"/>
          </a:xfrm>
        </p:spPr>
        <p:txBody>
          <a:bodyPr/>
          <a:lstStyle>
            <a:lvl1pPr marL="0" indent="0" algn="ctr">
              <a:buNone/>
              <a:defRPr>
                <a:solidFill>
                  <a:schemeClr val="bg1"/>
                </a:solidFill>
              </a:defRPr>
            </a:lvl1pPr>
          </a:lstStyle>
          <a:p>
            <a:r>
              <a:rPr lang="en-US"/>
              <a:t>Click to add photo</a:t>
            </a:r>
          </a:p>
        </p:txBody>
      </p:sp>
      <p:sp>
        <p:nvSpPr>
          <p:cNvPr id="4" name="Date Placeholder 3">
            <a:extLst>
              <a:ext uri="{FF2B5EF4-FFF2-40B4-BE49-F238E27FC236}">
                <a16:creationId xmlns:a16="http://schemas.microsoft.com/office/drawing/2014/main" id="{56754628-3BB3-414A-88E4-67B3809A62CD}"/>
              </a:ext>
            </a:extLst>
          </p:cNvPr>
          <p:cNvSpPr>
            <a:spLocks noGrp="1"/>
          </p:cNvSpPr>
          <p:nvPr>
            <p:ph type="dt" sz="half" idx="10"/>
          </p:nvPr>
        </p:nvSpPr>
        <p:spPr/>
        <p:txBody>
          <a:bodyPr/>
          <a:lstStyle/>
          <a:p>
            <a:r>
              <a:rPr lang="en-US"/>
              <a:t>8/06/20XX</a:t>
            </a:r>
          </a:p>
        </p:txBody>
      </p:sp>
      <p:sp>
        <p:nvSpPr>
          <p:cNvPr id="5" name="Footer Placeholder 4">
            <a:extLst>
              <a:ext uri="{FF2B5EF4-FFF2-40B4-BE49-F238E27FC236}">
                <a16:creationId xmlns:a16="http://schemas.microsoft.com/office/drawing/2014/main" id="{33D99CEA-3489-476A-9C9D-ED977FE6EA33}"/>
              </a:ext>
            </a:extLst>
          </p:cNvPr>
          <p:cNvSpPr>
            <a:spLocks noGrp="1"/>
          </p:cNvSpPr>
          <p:nvPr>
            <p:ph type="ftr" sz="quarter" idx="11"/>
          </p:nvPr>
        </p:nvSpPr>
        <p:spPr/>
        <p:txBody>
          <a:bodyPr/>
          <a:lstStyle/>
          <a:p>
            <a:r>
              <a:rPr lang="en-US"/>
              <a:t>PITCH DECK</a:t>
            </a:r>
          </a:p>
        </p:txBody>
      </p:sp>
      <p:sp>
        <p:nvSpPr>
          <p:cNvPr id="6" name="Slide Number Placeholder 5">
            <a:extLst>
              <a:ext uri="{FF2B5EF4-FFF2-40B4-BE49-F238E27FC236}">
                <a16:creationId xmlns:a16="http://schemas.microsoft.com/office/drawing/2014/main" id="{1DCD55B0-9BDF-49CC-B30F-96112214E7A5}"/>
              </a:ext>
            </a:extLst>
          </p:cNvPr>
          <p:cNvSpPr>
            <a:spLocks noGrp="1"/>
          </p:cNvSpPr>
          <p:nvPr>
            <p:ph type="sldNum" sz="quarter" idx="12"/>
          </p:nvPr>
        </p:nvSpPr>
        <p:spPr/>
        <p:txBody>
          <a:bodyPr/>
          <a:lstStyle/>
          <a:p>
            <a:fld id="{A402E4C0-AD5E-4E8C-9F21-7CCE474BDCEB}" type="slidenum">
              <a:rPr lang="en-US" smtClean="0"/>
              <a:t>‹#›</a:t>
            </a:fld>
            <a:endParaRPr lang="en-US"/>
          </a:p>
        </p:txBody>
      </p:sp>
      <p:sp>
        <p:nvSpPr>
          <p:cNvPr id="17" name="Text Placeholder 10">
            <a:extLst>
              <a:ext uri="{FF2B5EF4-FFF2-40B4-BE49-F238E27FC236}">
                <a16:creationId xmlns:a16="http://schemas.microsoft.com/office/drawing/2014/main" id="{F9CF3D99-4BB8-4944-A82E-385209DF3D61}"/>
              </a:ext>
            </a:extLst>
          </p:cNvPr>
          <p:cNvSpPr>
            <a:spLocks noGrp="1"/>
          </p:cNvSpPr>
          <p:nvPr>
            <p:ph type="body" sz="quarter" idx="27" hasCustomPrompt="1"/>
          </p:nvPr>
        </p:nvSpPr>
        <p:spPr>
          <a:xfrm>
            <a:off x="2811826" y="2881982"/>
            <a:ext cx="3975054" cy="2966740"/>
          </a:xfrm>
          <a:prstGeom prst="rect">
            <a:avLst/>
          </a:prstGeom>
        </p:spPr>
        <p:txBody>
          <a:bodyPr anchor="t">
            <a:normAutofit/>
          </a:bodyPr>
          <a:lstStyle>
            <a:lvl1pPr marL="0" indent="0" algn="l">
              <a:lnSpc>
                <a:spcPct val="125000"/>
              </a:lnSpc>
              <a:spcBef>
                <a:spcPts val="1000"/>
              </a:spcBef>
              <a:buNone/>
              <a:defRPr sz="1400" cap="none" spc="100" baseline="0">
                <a:solidFill>
                  <a:schemeClr val="bg1"/>
                </a:solidFill>
                <a:latin typeface="+mn-lt"/>
              </a:defRPr>
            </a:lvl1pPr>
          </a:lstStyle>
          <a:p>
            <a:pPr lvl="0"/>
            <a:r>
              <a:rPr lang="en-US"/>
              <a:t>Click to add text</a:t>
            </a:r>
          </a:p>
        </p:txBody>
      </p:sp>
      <p:sp>
        <p:nvSpPr>
          <p:cNvPr id="18" name="Text Placeholder 10">
            <a:extLst>
              <a:ext uri="{FF2B5EF4-FFF2-40B4-BE49-F238E27FC236}">
                <a16:creationId xmlns:a16="http://schemas.microsoft.com/office/drawing/2014/main" id="{083CED13-2FB7-4DA4-87BD-B5AEF0C63104}"/>
              </a:ext>
            </a:extLst>
          </p:cNvPr>
          <p:cNvSpPr>
            <a:spLocks noGrp="1"/>
          </p:cNvSpPr>
          <p:nvPr>
            <p:ph type="body" sz="quarter" idx="16" hasCustomPrompt="1"/>
          </p:nvPr>
        </p:nvSpPr>
        <p:spPr>
          <a:xfrm>
            <a:off x="2811826" y="2502477"/>
            <a:ext cx="3975054" cy="426393"/>
          </a:xfrm>
          <a:prstGeom prst="rect">
            <a:avLst/>
          </a:prstGeom>
        </p:spPr>
        <p:txBody>
          <a:bodyPr anchor="b">
            <a:normAutofit/>
          </a:bodyPr>
          <a:lstStyle>
            <a:lvl1pPr marL="0" indent="0" algn="l">
              <a:buNone/>
              <a:defRPr sz="1600" cap="all" spc="100" baseline="0">
                <a:solidFill>
                  <a:schemeClr val="accent6"/>
                </a:solidFill>
                <a:latin typeface="+mj-lt"/>
              </a:defRPr>
            </a:lvl1pPr>
          </a:lstStyle>
          <a:p>
            <a:pPr lvl="0"/>
            <a:r>
              <a:rPr lang="en-US"/>
              <a:t>Click to add subtitle</a:t>
            </a:r>
          </a:p>
        </p:txBody>
      </p:sp>
      <p:sp>
        <p:nvSpPr>
          <p:cNvPr id="19" name="Text Placeholder 10">
            <a:extLst>
              <a:ext uri="{FF2B5EF4-FFF2-40B4-BE49-F238E27FC236}">
                <a16:creationId xmlns:a16="http://schemas.microsoft.com/office/drawing/2014/main" id="{D240762F-003B-4B0E-A561-6734EA9AC853}"/>
              </a:ext>
            </a:extLst>
          </p:cNvPr>
          <p:cNvSpPr>
            <a:spLocks noGrp="1"/>
          </p:cNvSpPr>
          <p:nvPr>
            <p:ph type="body" sz="quarter" idx="17" hasCustomPrompt="1"/>
          </p:nvPr>
        </p:nvSpPr>
        <p:spPr>
          <a:xfrm>
            <a:off x="7378746" y="2881982"/>
            <a:ext cx="3695653" cy="2966740"/>
          </a:xfrm>
          <a:prstGeom prst="rect">
            <a:avLst/>
          </a:prstGeom>
        </p:spPr>
        <p:txBody>
          <a:bodyPr anchor="t">
            <a:normAutofit/>
          </a:bodyPr>
          <a:lstStyle>
            <a:lvl1pPr marL="0" indent="0" algn="l">
              <a:lnSpc>
                <a:spcPct val="125000"/>
              </a:lnSpc>
              <a:spcBef>
                <a:spcPts val="1000"/>
              </a:spcBef>
              <a:buNone/>
              <a:defRPr sz="1400" cap="none" spc="100" baseline="0">
                <a:solidFill>
                  <a:schemeClr val="bg1"/>
                </a:solidFill>
                <a:latin typeface="+mn-lt"/>
              </a:defRPr>
            </a:lvl1pPr>
          </a:lstStyle>
          <a:p>
            <a:pPr lvl="0"/>
            <a:r>
              <a:rPr lang="en-US"/>
              <a:t>Click to add text</a:t>
            </a:r>
          </a:p>
        </p:txBody>
      </p:sp>
      <p:sp>
        <p:nvSpPr>
          <p:cNvPr id="20" name="Text Placeholder 10">
            <a:extLst>
              <a:ext uri="{FF2B5EF4-FFF2-40B4-BE49-F238E27FC236}">
                <a16:creationId xmlns:a16="http://schemas.microsoft.com/office/drawing/2014/main" id="{387E9583-831E-4863-9A96-3E583A98F28D}"/>
              </a:ext>
            </a:extLst>
          </p:cNvPr>
          <p:cNvSpPr>
            <a:spLocks noGrp="1"/>
          </p:cNvSpPr>
          <p:nvPr>
            <p:ph type="body" sz="quarter" idx="18" hasCustomPrompt="1"/>
          </p:nvPr>
        </p:nvSpPr>
        <p:spPr>
          <a:xfrm>
            <a:off x="7378746" y="2502477"/>
            <a:ext cx="3695653" cy="426393"/>
          </a:xfrm>
          <a:prstGeom prst="rect">
            <a:avLst/>
          </a:prstGeom>
        </p:spPr>
        <p:txBody>
          <a:bodyPr anchor="b">
            <a:normAutofit/>
          </a:bodyPr>
          <a:lstStyle>
            <a:lvl1pPr marL="0" indent="0" algn="l">
              <a:buNone/>
              <a:defRPr sz="1600" cap="all" spc="100" baseline="0">
                <a:solidFill>
                  <a:schemeClr val="accent6"/>
                </a:solidFill>
                <a:latin typeface="+mj-lt"/>
              </a:defRPr>
            </a:lvl1pPr>
          </a:lstStyle>
          <a:p>
            <a:pPr lvl="0"/>
            <a:r>
              <a:rPr lang="en-US"/>
              <a:t>Click to add subtitle</a:t>
            </a:r>
          </a:p>
        </p:txBody>
      </p:sp>
      <p:sp>
        <p:nvSpPr>
          <p:cNvPr id="2" name="Title 1">
            <a:extLst>
              <a:ext uri="{FF2B5EF4-FFF2-40B4-BE49-F238E27FC236}">
                <a16:creationId xmlns:a16="http://schemas.microsoft.com/office/drawing/2014/main" id="{E96F4071-8FD4-4FF1-BA06-DD4D780FE455}"/>
              </a:ext>
            </a:extLst>
          </p:cNvPr>
          <p:cNvSpPr>
            <a:spLocks noGrp="1"/>
          </p:cNvSpPr>
          <p:nvPr>
            <p:ph type="title" hasCustomPrompt="1"/>
          </p:nvPr>
        </p:nvSpPr>
        <p:spPr>
          <a:xfrm>
            <a:off x="2796032" y="1649421"/>
            <a:ext cx="5184648" cy="466344"/>
          </a:xfrm>
        </p:spPr>
        <p:txBody>
          <a:bodyPr>
            <a:noAutofit/>
          </a:bodyPr>
          <a:lstStyle>
            <a:lvl1pPr>
              <a:lnSpc>
                <a:spcPct val="100000"/>
              </a:lnSpc>
              <a:defRPr sz="2800">
                <a:ln w="19050">
                  <a:solidFill>
                    <a:schemeClr val="accent6"/>
                  </a:solidFill>
                </a:ln>
              </a:defRPr>
            </a:lvl1pPr>
          </a:lstStyle>
          <a:p>
            <a:r>
              <a:rPr lang="en-US"/>
              <a:t>Click to add title</a:t>
            </a:r>
          </a:p>
        </p:txBody>
      </p:sp>
    </p:spTree>
    <p:extLst>
      <p:ext uri="{BB962C8B-B14F-4D97-AF65-F5344CB8AC3E}">
        <p14:creationId xmlns:p14="http://schemas.microsoft.com/office/powerpoint/2010/main" val="39513209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ur Competition v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954AA95-575B-4060-9443-53B347664494}"/>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22" name="Rectangle 21">
            <a:extLst>
              <a:ext uri="{FF2B5EF4-FFF2-40B4-BE49-F238E27FC236}">
                <a16:creationId xmlns:a16="http://schemas.microsoft.com/office/drawing/2014/main" id="{38BF2BB6-8F62-424E-B01D-F90A0DB7BFB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2">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5822AF5C-69BC-4A87-8E5C-E473F6A73EEF}"/>
              </a:ext>
            </a:extLst>
          </p:cNvPr>
          <p:cNvSpPr>
            <a:spLocks noGrp="1"/>
          </p:cNvSpPr>
          <p:nvPr>
            <p:ph type="dt" sz="half" idx="10"/>
          </p:nvPr>
        </p:nvSpPr>
        <p:spPr/>
        <p:txBody>
          <a:bodyPr/>
          <a:lstStyle/>
          <a:p>
            <a:r>
              <a:rPr lang="en-US"/>
              <a:t>8/06/20XX</a:t>
            </a:r>
          </a:p>
        </p:txBody>
      </p:sp>
      <p:sp>
        <p:nvSpPr>
          <p:cNvPr id="4" name="Footer Placeholder 3">
            <a:extLst>
              <a:ext uri="{FF2B5EF4-FFF2-40B4-BE49-F238E27FC236}">
                <a16:creationId xmlns:a16="http://schemas.microsoft.com/office/drawing/2014/main" id="{246AD827-24BF-4C7D-9F16-1E26E09A6006}"/>
              </a:ext>
            </a:extLst>
          </p:cNvPr>
          <p:cNvSpPr>
            <a:spLocks noGrp="1"/>
          </p:cNvSpPr>
          <p:nvPr>
            <p:ph type="ftr" sz="quarter" idx="11"/>
          </p:nvPr>
        </p:nvSpPr>
        <p:spPr/>
        <p:txBody>
          <a:bodyPr/>
          <a:lstStyle/>
          <a:p>
            <a:r>
              <a:rPr lang="en-US"/>
              <a:t>PITCH DECK</a:t>
            </a:r>
          </a:p>
        </p:txBody>
      </p:sp>
      <p:sp>
        <p:nvSpPr>
          <p:cNvPr id="5" name="Slide Number Placeholder 4">
            <a:extLst>
              <a:ext uri="{FF2B5EF4-FFF2-40B4-BE49-F238E27FC236}">
                <a16:creationId xmlns:a16="http://schemas.microsoft.com/office/drawing/2014/main" id="{CDBEEF33-0303-4BF6-8C9A-08DE4CB645AE}"/>
              </a:ext>
            </a:extLst>
          </p:cNvPr>
          <p:cNvSpPr>
            <a:spLocks noGrp="1"/>
          </p:cNvSpPr>
          <p:nvPr>
            <p:ph type="sldNum" sz="quarter" idx="12"/>
          </p:nvPr>
        </p:nvSpPr>
        <p:spPr/>
        <p:txBody>
          <a:bodyPr/>
          <a:lstStyle/>
          <a:p>
            <a:fld id="{A402E4C0-AD5E-4E8C-9F21-7CCE474BDCEB}" type="slidenum">
              <a:rPr lang="en-US" smtClean="0"/>
              <a:pPr/>
              <a:t>‹#›</a:t>
            </a:fld>
            <a:endParaRPr lang="en-US"/>
          </a:p>
        </p:txBody>
      </p:sp>
      <p:sp>
        <p:nvSpPr>
          <p:cNvPr id="8" name="Text Placeholder 14">
            <a:extLst>
              <a:ext uri="{FF2B5EF4-FFF2-40B4-BE49-F238E27FC236}">
                <a16:creationId xmlns:a16="http://schemas.microsoft.com/office/drawing/2014/main" id="{CC14BDE6-5903-4EFC-B3C7-B7B219402DAF}"/>
              </a:ext>
            </a:extLst>
          </p:cNvPr>
          <p:cNvSpPr>
            <a:spLocks noGrp="1"/>
          </p:cNvSpPr>
          <p:nvPr>
            <p:ph type="body" sz="quarter" idx="15" hasCustomPrompt="1"/>
          </p:nvPr>
        </p:nvSpPr>
        <p:spPr>
          <a:xfrm>
            <a:off x="5237839" y="1538273"/>
            <a:ext cx="1706965"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sp>
        <p:nvSpPr>
          <p:cNvPr id="9" name="Text Placeholder 14">
            <a:extLst>
              <a:ext uri="{FF2B5EF4-FFF2-40B4-BE49-F238E27FC236}">
                <a16:creationId xmlns:a16="http://schemas.microsoft.com/office/drawing/2014/main" id="{E19954FA-533A-4FF9-88B2-102C833FBD40}"/>
              </a:ext>
            </a:extLst>
          </p:cNvPr>
          <p:cNvSpPr>
            <a:spLocks noGrp="1"/>
          </p:cNvSpPr>
          <p:nvPr>
            <p:ph type="body" sz="quarter" idx="17" hasCustomPrompt="1"/>
          </p:nvPr>
        </p:nvSpPr>
        <p:spPr>
          <a:xfrm>
            <a:off x="5237839" y="5407116"/>
            <a:ext cx="1706965"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sp>
        <p:nvSpPr>
          <p:cNvPr id="10" name="Text Placeholder 14">
            <a:extLst>
              <a:ext uri="{FF2B5EF4-FFF2-40B4-BE49-F238E27FC236}">
                <a16:creationId xmlns:a16="http://schemas.microsoft.com/office/drawing/2014/main" id="{E29BB699-DB47-4A35-9B5B-63C7EFC22843}"/>
              </a:ext>
            </a:extLst>
          </p:cNvPr>
          <p:cNvSpPr>
            <a:spLocks noGrp="1"/>
          </p:cNvSpPr>
          <p:nvPr>
            <p:ph type="body" sz="quarter" idx="19" hasCustomPrompt="1"/>
          </p:nvPr>
        </p:nvSpPr>
        <p:spPr>
          <a:xfrm>
            <a:off x="8441651" y="3467155"/>
            <a:ext cx="1380681"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sp>
        <p:nvSpPr>
          <p:cNvPr id="11" name="Text Placeholder 14">
            <a:extLst>
              <a:ext uri="{FF2B5EF4-FFF2-40B4-BE49-F238E27FC236}">
                <a16:creationId xmlns:a16="http://schemas.microsoft.com/office/drawing/2014/main" id="{4EFD147E-AEE9-40FA-96D5-7DBE76033490}"/>
              </a:ext>
            </a:extLst>
          </p:cNvPr>
          <p:cNvSpPr>
            <a:spLocks noGrp="1"/>
          </p:cNvSpPr>
          <p:nvPr>
            <p:ph type="body" sz="quarter" idx="20" hasCustomPrompt="1"/>
          </p:nvPr>
        </p:nvSpPr>
        <p:spPr>
          <a:xfrm>
            <a:off x="3744687" y="2307743"/>
            <a:ext cx="1183179" cy="492025"/>
          </a:xfrm>
          <a:prstGeom prst="rect">
            <a:avLst/>
          </a:prstGeom>
        </p:spPr>
        <p:txBody>
          <a:bodyPr anchor="ctr"/>
          <a:lstStyle>
            <a:lvl1pPr marL="0" indent="0" algn="ctr">
              <a:lnSpc>
                <a:spcPct val="100000"/>
              </a:lnSpc>
              <a:buNone/>
              <a:defRPr sz="1200" cap="all" spc="200" baseline="0">
                <a:solidFill>
                  <a:schemeClr val="accent2">
                    <a:lumMod val="20000"/>
                    <a:lumOff val="80000"/>
                  </a:schemeClr>
                </a:solidFill>
                <a:latin typeface="+mj-lt"/>
              </a:defRPr>
            </a:lvl1pPr>
          </a:lstStyle>
          <a:p>
            <a:pPr lvl="0"/>
            <a:r>
              <a:rPr lang="en-US"/>
              <a:t>Click to add name</a:t>
            </a:r>
          </a:p>
        </p:txBody>
      </p:sp>
      <p:sp>
        <p:nvSpPr>
          <p:cNvPr id="12" name="Text Placeholder 14">
            <a:extLst>
              <a:ext uri="{FF2B5EF4-FFF2-40B4-BE49-F238E27FC236}">
                <a16:creationId xmlns:a16="http://schemas.microsoft.com/office/drawing/2014/main" id="{035518AB-0629-41B1-8670-DAE8C31C9998}"/>
              </a:ext>
            </a:extLst>
          </p:cNvPr>
          <p:cNvSpPr>
            <a:spLocks noGrp="1"/>
          </p:cNvSpPr>
          <p:nvPr>
            <p:ph type="body" sz="quarter" idx="21" hasCustomPrompt="1"/>
          </p:nvPr>
        </p:nvSpPr>
        <p:spPr>
          <a:xfrm>
            <a:off x="4181179" y="4420460"/>
            <a:ext cx="1183179" cy="492025"/>
          </a:xfrm>
          <a:prstGeom prst="rect">
            <a:avLst/>
          </a:prstGeom>
        </p:spPr>
        <p:txBody>
          <a:bodyPr anchor="ctr"/>
          <a:lstStyle>
            <a:lvl1pPr marL="0" indent="0" algn="ctr">
              <a:lnSpc>
                <a:spcPct val="100000"/>
              </a:lnSpc>
              <a:buNone/>
              <a:defRPr sz="1200" cap="all" spc="200" baseline="0">
                <a:solidFill>
                  <a:schemeClr val="accent1">
                    <a:lumMod val="20000"/>
                    <a:lumOff val="80000"/>
                  </a:schemeClr>
                </a:solidFill>
                <a:latin typeface="+mj-lt"/>
              </a:defRPr>
            </a:lvl1pPr>
          </a:lstStyle>
          <a:p>
            <a:pPr lvl="0"/>
            <a:r>
              <a:rPr lang="en-US"/>
              <a:t>Click to add name</a:t>
            </a:r>
          </a:p>
        </p:txBody>
      </p:sp>
      <p:sp>
        <p:nvSpPr>
          <p:cNvPr id="13" name="Text Placeholder 14">
            <a:extLst>
              <a:ext uri="{FF2B5EF4-FFF2-40B4-BE49-F238E27FC236}">
                <a16:creationId xmlns:a16="http://schemas.microsoft.com/office/drawing/2014/main" id="{D84B55A2-EE63-46F3-80EA-C4F512388C1B}"/>
              </a:ext>
            </a:extLst>
          </p:cNvPr>
          <p:cNvSpPr>
            <a:spLocks noGrp="1"/>
          </p:cNvSpPr>
          <p:nvPr>
            <p:ph type="body" sz="quarter" idx="22" hasCustomPrompt="1"/>
          </p:nvPr>
        </p:nvSpPr>
        <p:spPr>
          <a:xfrm>
            <a:off x="2643702" y="4552190"/>
            <a:ext cx="1183179" cy="492025"/>
          </a:xfrm>
          <a:prstGeom prst="rect">
            <a:avLst/>
          </a:prstGeom>
        </p:spPr>
        <p:txBody>
          <a:bodyPr anchor="ctr"/>
          <a:lstStyle>
            <a:lvl1pPr marL="0" indent="0" algn="ctr">
              <a:lnSpc>
                <a:spcPct val="100000"/>
              </a:lnSpc>
              <a:buNone/>
              <a:defRPr sz="1200" cap="all" spc="200" baseline="0">
                <a:solidFill>
                  <a:schemeClr val="accent6">
                    <a:lumMod val="40000"/>
                    <a:lumOff val="60000"/>
                  </a:schemeClr>
                </a:solidFill>
                <a:latin typeface="+mj-lt"/>
              </a:defRPr>
            </a:lvl1pPr>
          </a:lstStyle>
          <a:p>
            <a:pPr lvl="0"/>
            <a:r>
              <a:rPr lang="en-US"/>
              <a:t>Click to add name</a:t>
            </a:r>
          </a:p>
        </p:txBody>
      </p:sp>
      <p:sp>
        <p:nvSpPr>
          <p:cNvPr id="14" name="Text Placeholder 14">
            <a:extLst>
              <a:ext uri="{FF2B5EF4-FFF2-40B4-BE49-F238E27FC236}">
                <a16:creationId xmlns:a16="http://schemas.microsoft.com/office/drawing/2014/main" id="{EDED8D5C-7B18-4E79-B6B4-E59FAC3A83D5}"/>
              </a:ext>
            </a:extLst>
          </p:cNvPr>
          <p:cNvSpPr>
            <a:spLocks noGrp="1"/>
          </p:cNvSpPr>
          <p:nvPr>
            <p:ph type="body" sz="quarter" idx="23" hasCustomPrompt="1"/>
          </p:nvPr>
        </p:nvSpPr>
        <p:spPr>
          <a:xfrm>
            <a:off x="6400052" y="4120885"/>
            <a:ext cx="1183179" cy="492025"/>
          </a:xfrm>
          <a:prstGeom prst="rect">
            <a:avLst/>
          </a:prstGeom>
        </p:spPr>
        <p:txBody>
          <a:bodyPr anchor="ctr"/>
          <a:lstStyle>
            <a:lvl1pPr marL="0" indent="0" algn="ctr">
              <a:lnSpc>
                <a:spcPct val="100000"/>
              </a:lnSpc>
              <a:buNone/>
              <a:defRPr sz="1200" cap="all" spc="200" baseline="0">
                <a:solidFill>
                  <a:schemeClr val="accent1">
                    <a:lumMod val="40000"/>
                    <a:lumOff val="60000"/>
                  </a:schemeClr>
                </a:solidFill>
                <a:latin typeface="+mj-lt"/>
              </a:defRPr>
            </a:lvl1pPr>
          </a:lstStyle>
          <a:p>
            <a:pPr lvl="0"/>
            <a:r>
              <a:rPr lang="en-US"/>
              <a:t>Click to add name</a:t>
            </a:r>
          </a:p>
        </p:txBody>
      </p:sp>
      <p:sp>
        <p:nvSpPr>
          <p:cNvPr id="15" name="Text Placeholder 14">
            <a:extLst>
              <a:ext uri="{FF2B5EF4-FFF2-40B4-BE49-F238E27FC236}">
                <a16:creationId xmlns:a16="http://schemas.microsoft.com/office/drawing/2014/main" id="{E8B6D903-1EAA-44AD-A3D8-6256873B7A22}"/>
              </a:ext>
            </a:extLst>
          </p:cNvPr>
          <p:cNvSpPr>
            <a:spLocks noGrp="1"/>
          </p:cNvSpPr>
          <p:nvPr>
            <p:ph type="body" sz="quarter" idx="25" hasCustomPrompt="1"/>
          </p:nvPr>
        </p:nvSpPr>
        <p:spPr>
          <a:xfrm>
            <a:off x="2545032" y="3467155"/>
            <a:ext cx="1209143"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cxnSp>
        <p:nvCxnSpPr>
          <p:cNvPr id="16" name="Straight Connector 15">
            <a:extLst>
              <a:ext uri="{FF2B5EF4-FFF2-40B4-BE49-F238E27FC236}">
                <a16:creationId xmlns:a16="http://schemas.microsoft.com/office/drawing/2014/main" id="{8914974F-EEEB-4FDB-B605-14B6199844BA}"/>
              </a:ext>
            </a:extLst>
          </p:cNvPr>
          <p:cNvCxnSpPr>
            <a:cxnSpLocks/>
          </p:cNvCxnSpPr>
          <p:nvPr userDrawn="1"/>
        </p:nvCxnSpPr>
        <p:spPr>
          <a:xfrm>
            <a:off x="3758002" y="3713168"/>
            <a:ext cx="468364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FCFFB4C-5408-479D-88E2-42F8897706C7}"/>
              </a:ext>
            </a:extLst>
          </p:cNvPr>
          <p:cNvCxnSpPr>
            <a:cxnSpLocks/>
          </p:cNvCxnSpPr>
          <p:nvPr userDrawn="1"/>
        </p:nvCxnSpPr>
        <p:spPr>
          <a:xfrm flipV="1">
            <a:off x="6091322" y="2030298"/>
            <a:ext cx="4678" cy="337681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Text Placeholder 14">
            <a:extLst>
              <a:ext uri="{FF2B5EF4-FFF2-40B4-BE49-F238E27FC236}">
                <a16:creationId xmlns:a16="http://schemas.microsoft.com/office/drawing/2014/main" id="{9D316786-C25C-4139-9C9E-B55FEA3C4AC0}"/>
              </a:ext>
            </a:extLst>
          </p:cNvPr>
          <p:cNvSpPr>
            <a:spLocks noGrp="1"/>
          </p:cNvSpPr>
          <p:nvPr>
            <p:ph type="body" sz="quarter" idx="26" hasCustomPrompt="1"/>
          </p:nvPr>
        </p:nvSpPr>
        <p:spPr>
          <a:xfrm>
            <a:off x="6754219" y="2067508"/>
            <a:ext cx="1706965" cy="1048575"/>
          </a:xfrm>
          <a:prstGeom prst="rect">
            <a:avLst/>
          </a:prstGeom>
        </p:spPr>
        <p:txBody>
          <a:bodyPr anchor="ctr"/>
          <a:lstStyle>
            <a:lvl1pPr marL="0" indent="0" algn="ctr">
              <a:lnSpc>
                <a:spcPct val="100000"/>
              </a:lnSpc>
              <a:buNone/>
              <a:defRPr sz="1600" cap="all" spc="200" baseline="0">
                <a:solidFill>
                  <a:schemeClr val="bg1"/>
                </a:solidFill>
                <a:latin typeface="+mj-lt"/>
              </a:defRPr>
            </a:lvl1pPr>
          </a:lstStyle>
          <a:p>
            <a:pPr lvl="0"/>
            <a:r>
              <a:rPr lang="en-US"/>
              <a:t>Click to add name</a:t>
            </a:r>
          </a:p>
        </p:txBody>
      </p:sp>
      <p:sp>
        <p:nvSpPr>
          <p:cNvPr id="20" name="Text Placeholder 14">
            <a:extLst>
              <a:ext uri="{FF2B5EF4-FFF2-40B4-BE49-F238E27FC236}">
                <a16:creationId xmlns:a16="http://schemas.microsoft.com/office/drawing/2014/main" id="{DC43FD24-D855-40FC-85C4-87ED3F64AA2C}"/>
              </a:ext>
            </a:extLst>
          </p:cNvPr>
          <p:cNvSpPr>
            <a:spLocks noGrp="1"/>
          </p:cNvSpPr>
          <p:nvPr>
            <p:ph type="body" sz="quarter" idx="24" hasCustomPrompt="1"/>
          </p:nvPr>
        </p:nvSpPr>
        <p:spPr>
          <a:xfrm>
            <a:off x="7860695" y="4820889"/>
            <a:ext cx="1183179" cy="492025"/>
          </a:xfrm>
          <a:prstGeom prst="rect">
            <a:avLst/>
          </a:prstGeom>
        </p:spPr>
        <p:txBody>
          <a:bodyPr anchor="ctr"/>
          <a:lstStyle>
            <a:lvl1pPr marL="0" indent="0" algn="ctr">
              <a:lnSpc>
                <a:spcPct val="100000"/>
              </a:lnSpc>
              <a:buNone/>
              <a:defRPr sz="1200" cap="all" spc="200" baseline="0">
                <a:solidFill>
                  <a:schemeClr val="accent4"/>
                </a:solidFill>
                <a:latin typeface="+mj-lt"/>
              </a:defRPr>
            </a:lvl1pPr>
          </a:lstStyle>
          <a:p>
            <a:pPr lvl="0"/>
            <a:r>
              <a:rPr lang="en-US"/>
              <a:t>Click to add name</a:t>
            </a:r>
          </a:p>
        </p:txBody>
      </p:sp>
      <p:sp>
        <p:nvSpPr>
          <p:cNvPr id="2" name="Title 1">
            <a:extLst>
              <a:ext uri="{FF2B5EF4-FFF2-40B4-BE49-F238E27FC236}">
                <a16:creationId xmlns:a16="http://schemas.microsoft.com/office/drawing/2014/main" id="{2C07A013-A59B-4367-9832-ED55A6D25280}"/>
              </a:ext>
            </a:extLst>
          </p:cNvPr>
          <p:cNvSpPr>
            <a:spLocks noGrp="1"/>
          </p:cNvSpPr>
          <p:nvPr>
            <p:ph type="title" hasCustomPrompt="1"/>
          </p:nvPr>
        </p:nvSpPr>
        <p:spPr>
          <a:xfrm>
            <a:off x="794508" y="715939"/>
            <a:ext cx="4864608" cy="365760"/>
          </a:xfrm>
        </p:spPr>
        <p:txBody>
          <a:bodyPr anchor="t">
            <a:noAutofit/>
          </a:bodyPr>
          <a:lstStyle>
            <a:lvl1pPr>
              <a:defRPr sz="2800">
                <a:ln w="19050">
                  <a:solidFill>
                    <a:schemeClr val="bg1"/>
                  </a:solidFill>
                </a:ln>
              </a:defRPr>
            </a:lvl1pPr>
          </a:lstStyle>
          <a:p>
            <a:r>
              <a:rPr lang="en-US"/>
              <a:t>Click to add title</a:t>
            </a:r>
          </a:p>
        </p:txBody>
      </p:sp>
    </p:spTree>
    <p:extLst>
      <p:ext uri="{BB962C8B-B14F-4D97-AF65-F5344CB8AC3E}">
        <p14:creationId xmlns:p14="http://schemas.microsoft.com/office/powerpoint/2010/main" val="32858851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owth Strateg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D1F00DA-5D59-4EDE-BA9C-D312B3FBBAFD}"/>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94C3578F-2A0F-4E30-AF4A-8F796929EE04}"/>
              </a:ext>
            </a:extLst>
          </p:cNvPr>
          <p:cNvSpPr>
            <a:spLocks noGrp="1"/>
          </p:cNvSpPr>
          <p:nvPr>
            <p:ph type="dt" sz="half" idx="10"/>
          </p:nvPr>
        </p:nvSpPr>
        <p:spPr/>
        <p:txBody>
          <a:bodyPr/>
          <a:lstStyle/>
          <a:p>
            <a:r>
              <a:rPr lang="en-US"/>
              <a:t>8/06/20XX</a:t>
            </a:r>
          </a:p>
        </p:txBody>
      </p:sp>
      <p:sp>
        <p:nvSpPr>
          <p:cNvPr id="4" name="Footer Placeholder 3">
            <a:extLst>
              <a:ext uri="{FF2B5EF4-FFF2-40B4-BE49-F238E27FC236}">
                <a16:creationId xmlns:a16="http://schemas.microsoft.com/office/drawing/2014/main" id="{01F6CA51-E5DC-4FC3-92F6-D5EC783C0A8A}"/>
              </a:ext>
            </a:extLst>
          </p:cNvPr>
          <p:cNvSpPr>
            <a:spLocks noGrp="1"/>
          </p:cNvSpPr>
          <p:nvPr>
            <p:ph type="ftr" sz="quarter" idx="11"/>
          </p:nvPr>
        </p:nvSpPr>
        <p:spPr/>
        <p:txBody>
          <a:bodyPr/>
          <a:lstStyle/>
          <a:p>
            <a:r>
              <a:rPr lang="en-US"/>
              <a:t>PITCH DECK</a:t>
            </a:r>
          </a:p>
        </p:txBody>
      </p:sp>
      <p:sp>
        <p:nvSpPr>
          <p:cNvPr id="5" name="Slide Number Placeholder 4">
            <a:extLst>
              <a:ext uri="{FF2B5EF4-FFF2-40B4-BE49-F238E27FC236}">
                <a16:creationId xmlns:a16="http://schemas.microsoft.com/office/drawing/2014/main" id="{1A10E530-F1C5-4166-A95F-3F8D022CCD74}"/>
              </a:ext>
            </a:extLst>
          </p:cNvPr>
          <p:cNvSpPr>
            <a:spLocks noGrp="1"/>
          </p:cNvSpPr>
          <p:nvPr>
            <p:ph type="sldNum" sz="quarter" idx="12"/>
          </p:nvPr>
        </p:nvSpPr>
        <p:spPr/>
        <p:txBody>
          <a:bodyPr/>
          <a:lstStyle/>
          <a:p>
            <a:fld id="{A402E4C0-AD5E-4E8C-9F21-7CCE474BDCEB}" type="slidenum">
              <a:rPr lang="en-US" smtClean="0"/>
              <a:pPr/>
              <a:t>‹#›</a:t>
            </a:fld>
            <a:endParaRPr lang="en-US"/>
          </a:p>
        </p:txBody>
      </p:sp>
      <p:sp>
        <p:nvSpPr>
          <p:cNvPr id="11" name="Text Placeholder 14">
            <a:extLst>
              <a:ext uri="{FF2B5EF4-FFF2-40B4-BE49-F238E27FC236}">
                <a16:creationId xmlns:a16="http://schemas.microsoft.com/office/drawing/2014/main" id="{191453D1-9488-4F30-8223-1CB500BDC2F1}"/>
              </a:ext>
            </a:extLst>
          </p:cNvPr>
          <p:cNvSpPr>
            <a:spLocks noGrp="1"/>
          </p:cNvSpPr>
          <p:nvPr>
            <p:ph type="body" sz="quarter" idx="19" hasCustomPrompt="1"/>
          </p:nvPr>
        </p:nvSpPr>
        <p:spPr>
          <a:xfrm>
            <a:off x="2452699" y="1592681"/>
            <a:ext cx="7306060" cy="393427"/>
          </a:xfrm>
          <a:prstGeom prst="rect">
            <a:avLst/>
          </a:prstGeom>
        </p:spPr>
        <p:txBody>
          <a:bodyPr>
            <a:normAutofit/>
          </a:bodyPr>
          <a:lstStyle>
            <a:lvl1pPr marL="0" indent="0" algn="ctr">
              <a:buNone/>
              <a:defRPr sz="1800" cap="none" spc="200" baseline="0">
                <a:solidFill>
                  <a:schemeClr val="bg1"/>
                </a:solidFill>
                <a:latin typeface="Posterama" panose="020B0504020200020000" pitchFamily="34" charset="0"/>
                <a:cs typeface="Posterama" panose="020B0504020200020000" pitchFamily="34" charset="0"/>
              </a:defRPr>
            </a:lvl1pPr>
          </a:lstStyle>
          <a:p>
            <a:pPr lvl="0"/>
            <a:r>
              <a:rPr lang="en-US"/>
              <a:t>Add subtitle</a:t>
            </a:r>
          </a:p>
        </p:txBody>
      </p:sp>
      <p:sp>
        <p:nvSpPr>
          <p:cNvPr id="12" name="Text Placeholder 14">
            <a:extLst>
              <a:ext uri="{FF2B5EF4-FFF2-40B4-BE49-F238E27FC236}">
                <a16:creationId xmlns:a16="http://schemas.microsoft.com/office/drawing/2014/main" id="{4882AD8A-D4BD-4E12-8458-AC021F93B15C}"/>
              </a:ext>
            </a:extLst>
          </p:cNvPr>
          <p:cNvSpPr>
            <a:spLocks noGrp="1"/>
          </p:cNvSpPr>
          <p:nvPr>
            <p:ph type="body" sz="quarter" idx="26" hasCustomPrompt="1"/>
          </p:nvPr>
        </p:nvSpPr>
        <p:spPr>
          <a:xfrm>
            <a:off x="1973698" y="3031460"/>
            <a:ext cx="1975104" cy="868680"/>
          </a:xfrm>
          <a:prstGeom prst="rect">
            <a:avLst/>
          </a:prstGeom>
          <a:ln w="25400">
            <a:solidFill>
              <a:schemeClr val="accent6"/>
            </a:solidFill>
          </a:ln>
        </p:spPr>
        <p:txBody>
          <a:bodyPr anchor="ctr"/>
          <a:lstStyle>
            <a:lvl1pPr marL="0" indent="0" algn="ctr">
              <a:lnSpc>
                <a:spcPct val="100000"/>
              </a:lnSpc>
              <a:buNone/>
              <a:defRPr sz="1600" cap="all" spc="200" baseline="0">
                <a:solidFill>
                  <a:schemeClr val="accent6"/>
                </a:solidFill>
                <a:latin typeface="+mj-lt"/>
              </a:defRPr>
            </a:lvl1pPr>
          </a:lstStyle>
          <a:p>
            <a:pPr lvl="0"/>
            <a:r>
              <a:rPr lang="en-US"/>
              <a:t>Click to add name</a:t>
            </a:r>
          </a:p>
        </p:txBody>
      </p:sp>
      <p:sp>
        <p:nvSpPr>
          <p:cNvPr id="13" name="Text Placeholder 14">
            <a:extLst>
              <a:ext uri="{FF2B5EF4-FFF2-40B4-BE49-F238E27FC236}">
                <a16:creationId xmlns:a16="http://schemas.microsoft.com/office/drawing/2014/main" id="{3DF3AAFC-DA9A-4A72-BBF9-5A097BC5950E}"/>
              </a:ext>
            </a:extLst>
          </p:cNvPr>
          <p:cNvSpPr>
            <a:spLocks noGrp="1"/>
          </p:cNvSpPr>
          <p:nvPr>
            <p:ph type="body" sz="quarter" idx="27" hasCustomPrompt="1"/>
          </p:nvPr>
        </p:nvSpPr>
        <p:spPr>
          <a:xfrm>
            <a:off x="5202976" y="3031460"/>
            <a:ext cx="1975104" cy="868680"/>
          </a:xfrm>
          <a:prstGeom prst="rect">
            <a:avLst/>
          </a:prstGeom>
          <a:ln w="25400">
            <a:solidFill>
              <a:schemeClr val="accent6"/>
            </a:solidFill>
          </a:ln>
        </p:spPr>
        <p:txBody>
          <a:bodyPr anchor="ctr"/>
          <a:lstStyle>
            <a:lvl1pPr marL="0" indent="0" algn="ctr">
              <a:lnSpc>
                <a:spcPct val="100000"/>
              </a:lnSpc>
              <a:buNone/>
              <a:defRPr sz="1600" cap="all" spc="200" baseline="0">
                <a:solidFill>
                  <a:schemeClr val="accent6"/>
                </a:solidFill>
                <a:latin typeface="+mj-lt"/>
              </a:defRPr>
            </a:lvl1pPr>
          </a:lstStyle>
          <a:p>
            <a:pPr lvl="0"/>
            <a:r>
              <a:rPr lang="en-US"/>
              <a:t>Click to add name</a:t>
            </a:r>
          </a:p>
        </p:txBody>
      </p:sp>
      <p:sp>
        <p:nvSpPr>
          <p:cNvPr id="14" name="Text Placeholder 14">
            <a:extLst>
              <a:ext uri="{FF2B5EF4-FFF2-40B4-BE49-F238E27FC236}">
                <a16:creationId xmlns:a16="http://schemas.microsoft.com/office/drawing/2014/main" id="{2FF48EEE-6AEC-4E37-AD5C-EEB74BA0CEDB}"/>
              </a:ext>
            </a:extLst>
          </p:cNvPr>
          <p:cNvSpPr>
            <a:spLocks noGrp="1"/>
          </p:cNvSpPr>
          <p:nvPr>
            <p:ph type="body" sz="quarter" idx="28" hasCustomPrompt="1"/>
          </p:nvPr>
        </p:nvSpPr>
        <p:spPr>
          <a:xfrm>
            <a:off x="8346652" y="3031460"/>
            <a:ext cx="1975104" cy="868680"/>
          </a:xfrm>
          <a:prstGeom prst="rect">
            <a:avLst/>
          </a:prstGeom>
          <a:ln w="25400">
            <a:solidFill>
              <a:schemeClr val="accent6"/>
            </a:solidFill>
          </a:ln>
        </p:spPr>
        <p:txBody>
          <a:bodyPr anchor="ctr"/>
          <a:lstStyle>
            <a:lvl1pPr marL="0" indent="0" algn="ctr">
              <a:lnSpc>
                <a:spcPct val="100000"/>
              </a:lnSpc>
              <a:buNone/>
              <a:defRPr sz="1600" cap="all" spc="200" baseline="0">
                <a:solidFill>
                  <a:schemeClr val="accent6"/>
                </a:solidFill>
                <a:latin typeface="+mj-lt"/>
              </a:defRPr>
            </a:lvl1pPr>
          </a:lstStyle>
          <a:p>
            <a:pPr lvl="0"/>
            <a:r>
              <a:rPr lang="en-US"/>
              <a:t>Click to add name</a:t>
            </a:r>
          </a:p>
        </p:txBody>
      </p:sp>
      <p:sp>
        <p:nvSpPr>
          <p:cNvPr id="15" name="Text Placeholder 14">
            <a:extLst>
              <a:ext uri="{FF2B5EF4-FFF2-40B4-BE49-F238E27FC236}">
                <a16:creationId xmlns:a16="http://schemas.microsoft.com/office/drawing/2014/main" id="{32066EA2-51F1-4F13-8E1B-89600E879074}"/>
              </a:ext>
            </a:extLst>
          </p:cNvPr>
          <p:cNvSpPr>
            <a:spLocks noGrp="1"/>
          </p:cNvSpPr>
          <p:nvPr>
            <p:ph type="body" sz="quarter" idx="13" hasCustomPrompt="1"/>
          </p:nvPr>
        </p:nvSpPr>
        <p:spPr>
          <a:xfrm>
            <a:off x="1591695" y="4042386"/>
            <a:ext cx="2743200"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16" name="Text Placeholder 14">
            <a:extLst>
              <a:ext uri="{FF2B5EF4-FFF2-40B4-BE49-F238E27FC236}">
                <a16:creationId xmlns:a16="http://schemas.microsoft.com/office/drawing/2014/main" id="{F14EBD1B-595C-4A54-92C8-3C5427E15C45}"/>
              </a:ext>
            </a:extLst>
          </p:cNvPr>
          <p:cNvSpPr>
            <a:spLocks noGrp="1"/>
          </p:cNvSpPr>
          <p:nvPr>
            <p:ph type="body" sz="quarter" idx="29" hasCustomPrompt="1"/>
          </p:nvPr>
        </p:nvSpPr>
        <p:spPr>
          <a:xfrm>
            <a:off x="4820973" y="4042387"/>
            <a:ext cx="2743200"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B64F77B9-03A9-4E3E-B656-D3C0FBE25AB5}"/>
              </a:ext>
            </a:extLst>
          </p:cNvPr>
          <p:cNvSpPr>
            <a:spLocks noGrp="1"/>
          </p:cNvSpPr>
          <p:nvPr>
            <p:ph type="body" sz="quarter" idx="30" hasCustomPrompt="1"/>
          </p:nvPr>
        </p:nvSpPr>
        <p:spPr>
          <a:xfrm>
            <a:off x="7964649" y="4042386"/>
            <a:ext cx="2743200"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2" name="Title 1">
            <a:extLst>
              <a:ext uri="{FF2B5EF4-FFF2-40B4-BE49-F238E27FC236}">
                <a16:creationId xmlns:a16="http://schemas.microsoft.com/office/drawing/2014/main" id="{DFFECFB3-5650-476F-BB54-8A2A45F8AE7F}"/>
              </a:ext>
            </a:extLst>
          </p:cNvPr>
          <p:cNvSpPr>
            <a:spLocks noGrp="1"/>
          </p:cNvSpPr>
          <p:nvPr>
            <p:ph type="title" hasCustomPrompt="1"/>
          </p:nvPr>
        </p:nvSpPr>
        <p:spPr>
          <a:xfrm>
            <a:off x="2451534" y="989042"/>
            <a:ext cx="7287768" cy="630936"/>
          </a:xfrm>
        </p:spPr>
        <p:txBody>
          <a:bodyPr anchor="t">
            <a:noAutofit/>
          </a:bodyPr>
          <a:lstStyle>
            <a:lvl1pPr algn="ctr">
              <a:lnSpc>
                <a:spcPct val="125000"/>
              </a:lnSpc>
              <a:defRPr sz="2800">
                <a:ln w="19050">
                  <a:solidFill>
                    <a:schemeClr val="bg1"/>
                  </a:solidFill>
                </a:ln>
              </a:defRPr>
            </a:lvl1pPr>
          </a:lstStyle>
          <a:p>
            <a:r>
              <a:rPr lang="en-US"/>
              <a:t>Click to add title</a:t>
            </a:r>
          </a:p>
        </p:txBody>
      </p:sp>
    </p:spTree>
    <p:extLst>
      <p:ext uri="{BB962C8B-B14F-4D97-AF65-F5344CB8AC3E}">
        <p14:creationId xmlns:p14="http://schemas.microsoft.com/office/powerpoint/2010/main" val="25219853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actio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D91600-3E99-42F4-85C2-60F442CD5E7C}"/>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2" name="Content Placeholder 8">
            <a:extLst>
              <a:ext uri="{FF2B5EF4-FFF2-40B4-BE49-F238E27FC236}">
                <a16:creationId xmlns:a16="http://schemas.microsoft.com/office/drawing/2014/main" id="{30B4BBA3-2E4B-4AF2-8A2B-92DD019631E8}"/>
              </a:ext>
            </a:extLst>
          </p:cNvPr>
          <p:cNvSpPr>
            <a:spLocks noGrp="1"/>
          </p:cNvSpPr>
          <p:nvPr>
            <p:ph sz="quarter" idx="39"/>
          </p:nvPr>
        </p:nvSpPr>
        <p:spPr>
          <a:xfrm>
            <a:off x="6266428" y="2782888"/>
            <a:ext cx="4992567" cy="34369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4">
            <a:extLst>
              <a:ext uri="{FF2B5EF4-FFF2-40B4-BE49-F238E27FC236}">
                <a16:creationId xmlns:a16="http://schemas.microsoft.com/office/drawing/2014/main" id="{44460CAC-F6F8-43F8-93F5-188B790DEE63}"/>
              </a:ext>
            </a:extLst>
          </p:cNvPr>
          <p:cNvSpPr>
            <a:spLocks noGrp="1"/>
          </p:cNvSpPr>
          <p:nvPr>
            <p:ph type="body" sz="quarter" idx="19" hasCustomPrompt="1"/>
          </p:nvPr>
        </p:nvSpPr>
        <p:spPr>
          <a:xfrm>
            <a:off x="2452699" y="1592681"/>
            <a:ext cx="7306060" cy="393427"/>
          </a:xfrm>
          <a:prstGeom prst="rect">
            <a:avLst/>
          </a:prstGeom>
        </p:spPr>
        <p:txBody>
          <a:bodyPr>
            <a:normAutofit/>
          </a:bodyPr>
          <a:lstStyle>
            <a:lvl1pPr marL="0" indent="0" algn="ctr">
              <a:buNone/>
              <a:defRPr sz="1800" cap="none" spc="200" baseline="0">
                <a:solidFill>
                  <a:schemeClr val="bg1"/>
                </a:solidFill>
                <a:latin typeface="Posterama" panose="020B0504020200020000" pitchFamily="34" charset="0"/>
                <a:cs typeface="Posterama" panose="020B0504020200020000" pitchFamily="34" charset="0"/>
              </a:defRPr>
            </a:lvl1pPr>
          </a:lstStyle>
          <a:p>
            <a:pPr lvl="0"/>
            <a:r>
              <a:rPr lang="en-US"/>
              <a:t>Add subtitle</a:t>
            </a:r>
          </a:p>
        </p:txBody>
      </p:sp>
      <p:sp>
        <p:nvSpPr>
          <p:cNvPr id="3" name="Date Placeholder 2">
            <a:extLst>
              <a:ext uri="{FF2B5EF4-FFF2-40B4-BE49-F238E27FC236}">
                <a16:creationId xmlns:a16="http://schemas.microsoft.com/office/drawing/2014/main" id="{6968D310-58F4-4A10-A286-9B42AECFDD18}"/>
              </a:ext>
            </a:extLst>
          </p:cNvPr>
          <p:cNvSpPr>
            <a:spLocks noGrp="1"/>
          </p:cNvSpPr>
          <p:nvPr>
            <p:ph type="dt" sz="half" idx="10"/>
          </p:nvPr>
        </p:nvSpPr>
        <p:spPr/>
        <p:txBody>
          <a:bodyPr/>
          <a:lstStyle/>
          <a:p>
            <a:r>
              <a:rPr lang="en-US"/>
              <a:t>8/06/20XX</a:t>
            </a:r>
          </a:p>
        </p:txBody>
      </p:sp>
      <p:sp>
        <p:nvSpPr>
          <p:cNvPr id="4" name="Footer Placeholder 3">
            <a:extLst>
              <a:ext uri="{FF2B5EF4-FFF2-40B4-BE49-F238E27FC236}">
                <a16:creationId xmlns:a16="http://schemas.microsoft.com/office/drawing/2014/main" id="{6C868E10-EEA7-4017-B7CA-17B5EB23C4EC}"/>
              </a:ext>
            </a:extLst>
          </p:cNvPr>
          <p:cNvSpPr>
            <a:spLocks noGrp="1"/>
          </p:cNvSpPr>
          <p:nvPr>
            <p:ph type="ftr" sz="quarter" idx="11"/>
          </p:nvPr>
        </p:nvSpPr>
        <p:spPr/>
        <p:txBody>
          <a:bodyPr/>
          <a:lstStyle/>
          <a:p>
            <a:r>
              <a:rPr lang="en-US"/>
              <a:t>PITCH DECK</a:t>
            </a:r>
          </a:p>
        </p:txBody>
      </p:sp>
      <p:sp>
        <p:nvSpPr>
          <p:cNvPr id="5" name="Slide Number Placeholder 4">
            <a:extLst>
              <a:ext uri="{FF2B5EF4-FFF2-40B4-BE49-F238E27FC236}">
                <a16:creationId xmlns:a16="http://schemas.microsoft.com/office/drawing/2014/main" id="{C2B014CA-8BED-467C-AC80-6DC5B3DDC405}"/>
              </a:ext>
            </a:extLst>
          </p:cNvPr>
          <p:cNvSpPr>
            <a:spLocks noGrp="1"/>
          </p:cNvSpPr>
          <p:nvPr>
            <p:ph type="sldNum" sz="quarter" idx="12"/>
          </p:nvPr>
        </p:nvSpPr>
        <p:spPr/>
        <p:txBody>
          <a:bodyPr/>
          <a:lstStyle/>
          <a:p>
            <a:fld id="{A402E4C0-AD5E-4E8C-9F21-7CCE474BDCEB}" type="slidenum">
              <a:rPr lang="en-US" smtClean="0"/>
              <a:pPr/>
              <a:t>‹#›</a:t>
            </a:fld>
            <a:endParaRPr lang="en-US"/>
          </a:p>
        </p:txBody>
      </p:sp>
      <p:sp>
        <p:nvSpPr>
          <p:cNvPr id="78" name="Text Placeholder 14">
            <a:extLst>
              <a:ext uri="{FF2B5EF4-FFF2-40B4-BE49-F238E27FC236}">
                <a16:creationId xmlns:a16="http://schemas.microsoft.com/office/drawing/2014/main" id="{2C4E099A-EEE4-40B4-B9B5-32A5A981F951}"/>
              </a:ext>
            </a:extLst>
          </p:cNvPr>
          <p:cNvSpPr>
            <a:spLocks noGrp="1"/>
          </p:cNvSpPr>
          <p:nvPr>
            <p:ph type="body" sz="quarter" idx="36" hasCustomPrompt="1"/>
          </p:nvPr>
        </p:nvSpPr>
        <p:spPr>
          <a:xfrm>
            <a:off x="905410" y="2333977"/>
            <a:ext cx="5007023" cy="448769"/>
          </a:xfrm>
          <a:prstGeom prst="rect">
            <a:avLst/>
          </a:prstGeom>
        </p:spPr>
        <p:txBody>
          <a:bodyPr/>
          <a:lstStyle>
            <a:lvl1pPr marL="0" indent="0" algn="ctr">
              <a:buNone/>
              <a:defRPr sz="1600" cap="all" spc="200" baseline="0">
                <a:solidFill>
                  <a:schemeClr val="accent6"/>
                </a:solidFill>
                <a:latin typeface="+mj-lt"/>
                <a:cs typeface="Posterama" panose="020B0504020200020000" pitchFamily="34" charset="0"/>
              </a:defRPr>
            </a:lvl1pPr>
          </a:lstStyle>
          <a:p>
            <a:pPr lvl="0"/>
            <a:r>
              <a:rPr lang="en-US"/>
              <a:t>Click to add title</a:t>
            </a:r>
          </a:p>
        </p:txBody>
      </p:sp>
      <p:sp>
        <p:nvSpPr>
          <p:cNvPr id="79" name="Text Placeholder 14">
            <a:extLst>
              <a:ext uri="{FF2B5EF4-FFF2-40B4-BE49-F238E27FC236}">
                <a16:creationId xmlns:a16="http://schemas.microsoft.com/office/drawing/2014/main" id="{51338F1A-6EF2-4AA5-9EE8-628C9D57C270}"/>
              </a:ext>
            </a:extLst>
          </p:cNvPr>
          <p:cNvSpPr>
            <a:spLocks noGrp="1"/>
          </p:cNvSpPr>
          <p:nvPr>
            <p:ph type="body" sz="quarter" idx="37" hasCustomPrompt="1"/>
          </p:nvPr>
        </p:nvSpPr>
        <p:spPr>
          <a:xfrm>
            <a:off x="6279569" y="2339781"/>
            <a:ext cx="4993148" cy="448769"/>
          </a:xfrm>
          <a:prstGeom prst="rect">
            <a:avLst/>
          </a:prstGeom>
        </p:spPr>
        <p:txBody>
          <a:bodyPr/>
          <a:lstStyle>
            <a:lvl1pPr marL="0" indent="0" algn="ctr">
              <a:buNone/>
              <a:defRPr sz="1600" cap="all" spc="200" baseline="0">
                <a:solidFill>
                  <a:schemeClr val="accent6"/>
                </a:solidFill>
                <a:latin typeface="+mj-lt"/>
                <a:cs typeface="Posterama" panose="020B0504020200020000" pitchFamily="34" charset="0"/>
              </a:defRPr>
            </a:lvl1pPr>
          </a:lstStyle>
          <a:p>
            <a:pPr lvl="0"/>
            <a:r>
              <a:rPr lang="en-US"/>
              <a:t>Click to add title</a:t>
            </a:r>
          </a:p>
        </p:txBody>
      </p:sp>
      <p:sp>
        <p:nvSpPr>
          <p:cNvPr id="19" name="Title 1">
            <a:extLst>
              <a:ext uri="{FF2B5EF4-FFF2-40B4-BE49-F238E27FC236}">
                <a16:creationId xmlns:a16="http://schemas.microsoft.com/office/drawing/2014/main" id="{DF744EAD-73E9-49F3-9CA4-9A344EB625D9}"/>
              </a:ext>
            </a:extLst>
          </p:cNvPr>
          <p:cNvSpPr>
            <a:spLocks noGrp="1"/>
          </p:cNvSpPr>
          <p:nvPr>
            <p:ph type="title" hasCustomPrompt="1"/>
          </p:nvPr>
        </p:nvSpPr>
        <p:spPr>
          <a:xfrm>
            <a:off x="2451534" y="989042"/>
            <a:ext cx="7287768" cy="630936"/>
          </a:xfrm>
        </p:spPr>
        <p:txBody>
          <a:bodyPr anchor="t">
            <a:noAutofit/>
          </a:bodyPr>
          <a:lstStyle>
            <a:lvl1pPr algn="ctr">
              <a:lnSpc>
                <a:spcPct val="125000"/>
              </a:lnSpc>
              <a:defRPr sz="2800">
                <a:ln w="19050">
                  <a:solidFill>
                    <a:schemeClr val="bg1"/>
                  </a:solidFill>
                </a:ln>
              </a:defRPr>
            </a:lvl1pPr>
          </a:lstStyle>
          <a:p>
            <a:r>
              <a:rPr lang="en-US"/>
              <a:t>Click to add title</a:t>
            </a:r>
          </a:p>
        </p:txBody>
      </p:sp>
      <p:sp>
        <p:nvSpPr>
          <p:cNvPr id="9" name="Content Placeholder 8">
            <a:extLst>
              <a:ext uri="{FF2B5EF4-FFF2-40B4-BE49-F238E27FC236}">
                <a16:creationId xmlns:a16="http://schemas.microsoft.com/office/drawing/2014/main" id="{ACB4710E-545B-4940-B69A-359188335AD3}"/>
              </a:ext>
            </a:extLst>
          </p:cNvPr>
          <p:cNvSpPr>
            <a:spLocks noGrp="1"/>
          </p:cNvSpPr>
          <p:nvPr>
            <p:ph sz="quarter" idx="38"/>
          </p:nvPr>
        </p:nvSpPr>
        <p:spPr>
          <a:xfrm>
            <a:off x="919283" y="2782888"/>
            <a:ext cx="4992567" cy="34369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02702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Year Action Pla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533791-52F7-40F6-B230-7BF6C505CCD6}"/>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DE68A0C5-BEED-4BC5-ACD5-3F28EDE19EE3}"/>
              </a:ext>
            </a:extLst>
          </p:cNvPr>
          <p:cNvSpPr>
            <a:spLocks noGrp="1"/>
          </p:cNvSpPr>
          <p:nvPr>
            <p:ph type="dt" sz="half" idx="10"/>
          </p:nvPr>
        </p:nvSpPr>
        <p:spPr/>
        <p:txBody>
          <a:bodyPr/>
          <a:lstStyle/>
          <a:p>
            <a:r>
              <a:rPr lang="en-US"/>
              <a:t>8/06/20XX</a:t>
            </a:r>
          </a:p>
        </p:txBody>
      </p:sp>
      <p:sp>
        <p:nvSpPr>
          <p:cNvPr id="4" name="Footer Placeholder 3">
            <a:extLst>
              <a:ext uri="{FF2B5EF4-FFF2-40B4-BE49-F238E27FC236}">
                <a16:creationId xmlns:a16="http://schemas.microsoft.com/office/drawing/2014/main" id="{B35EA781-4C22-4390-A03C-CA5DCCB7A2B1}"/>
              </a:ext>
            </a:extLst>
          </p:cNvPr>
          <p:cNvSpPr>
            <a:spLocks noGrp="1"/>
          </p:cNvSpPr>
          <p:nvPr>
            <p:ph type="ftr" sz="quarter" idx="11"/>
          </p:nvPr>
        </p:nvSpPr>
        <p:spPr/>
        <p:txBody>
          <a:bodyPr/>
          <a:lstStyle/>
          <a:p>
            <a:r>
              <a:rPr lang="en-US"/>
              <a:t>PITCH DECK</a:t>
            </a:r>
          </a:p>
        </p:txBody>
      </p:sp>
      <p:sp>
        <p:nvSpPr>
          <p:cNvPr id="5" name="Slide Number Placeholder 4">
            <a:extLst>
              <a:ext uri="{FF2B5EF4-FFF2-40B4-BE49-F238E27FC236}">
                <a16:creationId xmlns:a16="http://schemas.microsoft.com/office/drawing/2014/main" id="{6FE694A4-07AC-48C4-A560-162C1F4ECD49}"/>
              </a:ext>
            </a:extLst>
          </p:cNvPr>
          <p:cNvSpPr>
            <a:spLocks noGrp="1"/>
          </p:cNvSpPr>
          <p:nvPr>
            <p:ph type="sldNum" sz="quarter" idx="12"/>
          </p:nvPr>
        </p:nvSpPr>
        <p:spPr/>
        <p:txBody>
          <a:bodyPr/>
          <a:lstStyle/>
          <a:p>
            <a:fld id="{A402E4C0-AD5E-4E8C-9F21-7CCE474BDCEB}" type="slidenum">
              <a:rPr lang="en-US" smtClean="0"/>
              <a:pPr/>
              <a:t>‹#›</a:t>
            </a:fld>
            <a:endParaRPr lang="en-US"/>
          </a:p>
        </p:txBody>
      </p:sp>
      <p:sp>
        <p:nvSpPr>
          <p:cNvPr id="16" name="Text Placeholder 14">
            <a:extLst>
              <a:ext uri="{FF2B5EF4-FFF2-40B4-BE49-F238E27FC236}">
                <a16:creationId xmlns:a16="http://schemas.microsoft.com/office/drawing/2014/main" id="{2A6B27A0-0449-46AE-A770-EBB281A1A953}"/>
              </a:ext>
            </a:extLst>
          </p:cNvPr>
          <p:cNvSpPr>
            <a:spLocks noGrp="1"/>
          </p:cNvSpPr>
          <p:nvPr>
            <p:ph type="body" sz="quarter" idx="17" hasCustomPrompt="1"/>
          </p:nvPr>
        </p:nvSpPr>
        <p:spPr>
          <a:xfrm>
            <a:off x="171234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1E70DE9B-2CDE-44B6-9307-FC12D873CA40}"/>
              </a:ext>
            </a:extLst>
          </p:cNvPr>
          <p:cNvSpPr>
            <a:spLocks noGrp="1"/>
          </p:cNvSpPr>
          <p:nvPr>
            <p:ph type="body" sz="quarter" idx="18" hasCustomPrompt="1"/>
          </p:nvPr>
        </p:nvSpPr>
        <p:spPr>
          <a:xfrm>
            <a:off x="250176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18" name="Text Placeholder 14">
            <a:extLst>
              <a:ext uri="{FF2B5EF4-FFF2-40B4-BE49-F238E27FC236}">
                <a16:creationId xmlns:a16="http://schemas.microsoft.com/office/drawing/2014/main" id="{123B5183-98F9-43BF-BE37-2AE0A049EA8B}"/>
              </a:ext>
            </a:extLst>
          </p:cNvPr>
          <p:cNvSpPr>
            <a:spLocks noGrp="1"/>
          </p:cNvSpPr>
          <p:nvPr>
            <p:ph type="body" sz="quarter" idx="19" hasCustomPrompt="1"/>
          </p:nvPr>
        </p:nvSpPr>
        <p:spPr>
          <a:xfrm>
            <a:off x="329117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19" name="Text Placeholder 14">
            <a:extLst>
              <a:ext uri="{FF2B5EF4-FFF2-40B4-BE49-F238E27FC236}">
                <a16:creationId xmlns:a16="http://schemas.microsoft.com/office/drawing/2014/main" id="{49DAB7F1-F6E7-4F92-B252-D9B81196A3A9}"/>
              </a:ext>
            </a:extLst>
          </p:cNvPr>
          <p:cNvSpPr>
            <a:spLocks noGrp="1"/>
          </p:cNvSpPr>
          <p:nvPr>
            <p:ph type="body" sz="quarter" idx="20" hasCustomPrompt="1"/>
          </p:nvPr>
        </p:nvSpPr>
        <p:spPr>
          <a:xfrm>
            <a:off x="408059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0" name="Text Placeholder 14">
            <a:extLst>
              <a:ext uri="{FF2B5EF4-FFF2-40B4-BE49-F238E27FC236}">
                <a16:creationId xmlns:a16="http://schemas.microsoft.com/office/drawing/2014/main" id="{4037F0E4-C57B-4033-B973-C69A03D97024}"/>
              </a:ext>
            </a:extLst>
          </p:cNvPr>
          <p:cNvSpPr>
            <a:spLocks noGrp="1"/>
          </p:cNvSpPr>
          <p:nvPr>
            <p:ph type="body" sz="quarter" idx="21" hasCustomPrompt="1"/>
          </p:nvPr>
        </p:nvSpPr>
        <p:spPr>
          <a:xfrm>
            <a:off x="4810807" y="3170170"/>
            <a:ext cx="61531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85DAD742-736F-42D3-99FC-6046CF57A7A3}"/>
              </a:ext>
            </a:extLst>
          </p:cNvPr>
          <p:cNvSpPr>
            <a:spLocks noGrp="1"/>
          </p:cNvSpPr>
          <p:nvPr>
            <p:ph type="body" sz="quarter" idx="22" hasCustomPrompt="1"/>
          </p:nvPr>
        </p:nvSpPr>
        <p:spPr>
          <a:xfrm>
            <a:off x="565942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2" name="Text Placeholder 14">
            <a:extLst>
              <a:ext uri="{FF2B5EF4-FFF2-40B4-BE49-F238E27FC236}">
                <a16:creationId xmlns:a16="http://schemas.microsoft.com/office/drawing/2014/main" id="{53EC6732-F61D-431C-88C9-BAA5039B6BB6}"/>
              </a:ext>
            </a:extLst>
          </p:cNvPr>
          <p:cNvSpPr>
            <a:spLocks noGrp="1"/>
          </p:cNvSpPr>
          <p:nvPr>
            <p:ph type="body" sz="quarter" idx="23" hasCustomPrompt="1"/>
          </p:nvPr>
        </p:nvSpPr>
        <p:spPr>
          <a:xfrm>
            <a:off x="644883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3" name="Text Placeholder 14">
            <a:extLst>
              <a:ext uri="{FF2B5EF4-FFF2-40B4-BE49-F238E27FC236}">
                <a16:creationId xmlns:a16="http://schemas.microsoft.com/office/drawing/2014/main" id="{B8218F9A-C149-4D30-8437-B9D8C0DAF1D1}"/>
              </a:ext>
            </a:extLst>
          </p:cNvPr>
          <p:cNvSpPr>
            <a:spLocks noGrp="1"/>
          </p:cNvSpPr>
          <p:nvPr>
            <p:ph type="body" sz="quarter" idx="24" hasCustomPrompt="1"/>
          </p:nvPr>
        </p:nvSpPr>
        <p:spPr>
          <a:xfrm>
            <a:off x="723825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4" name="Text Placeholder 14">
            <a:extLst>
              <a:ext uri="{FF2B5EF4-FFF2-40B4-BE49-F238E27FC236}">
                <a16:creationId xmlns:a16="http://schemas.microsoft.com/office/drawing/2014/main" id="{BCA166BB-F293-4289-B0EB-57580EC9608B}"/>
              </a:ext>
            </a:extLst>
          </p:cNvPr>
          <p:cNvSpPr>
            <a:spLocks noGrp="1"/>
          </p:cNvSpPr>
          <p:nvPr>
            <p:ph type="body" sz="quarter" idx="25" hasCustomPrompt="1"/>
          </p:nvPr>
        </p:nvSpPr>
        <p:spPr>
          <a:xfrm>
            <a:off x="802766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5" name="Text Placeholder 14">
            <a:extLst>
              <a:ext uri="{FF2B5EF4-FFF2-40B4-BE49-F238E27FC236}">
                <a16:creationId xmlns:a16="http://schemas.microsoft.com/office/drawing/2014/main" id="{77397369-CCB5-450E-8FD1-46B3B54F6B89}"/>
              </a:ext>
            </a:extLst>
          </p:cNvPr>
          <p:cNvSpPr>
            <a:spLocks noGrp="1"/>
          </p:cNvSpPr>
          <p:nvPr>
            <p:ph type="body" sz="quarter" idx="26" hasCustomPrompt="1"/>
          </p:nvPr>
        </p:nvSpPr>
        <p:spPr>
          <a:xfrm>
            <a:off x="881708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6" name="Text Placeholder 14">
            <a:extLst>
              <a:ext uri="{FF2B5EF4-FFF2-40B4-BE49-F238E27FC236}">
                <a16:creationId xmlns:a16="http://schemas.microsoft.com/office/drawing/2014/main" id="{78252082-BCF2-4955-B695-35F48EF76FD9}"/>
              </a:ext>
            </a:extLst>
          </p:cNvPr>
          <p:cNvSpPr>
            <a:spLocks noGrp="1"/>
          </p:cNvSpPr>
          <p:nvPr>
            <p:ph type="body" sz="quarter" idx="27" hasCustomPrompt="1"/>
          </p:nvPr>
        </p:nvSpPr>
        <p:spPr>
          <a:xfrm>
            <a:off x="960649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7" name="Text Placeholder 14">
            <a:extLst>
              <a:ext uri="{FF2B5EF4-FFF2-40B4-BE49-F238E27FC236}">
                <a16:creationId xmlns:a16="http://schemas.microsoft.com/office/drawing/2014/main" id="{AF998D11-3FAA-4712-8C34-404C1BDCECBD}"/>
              </a:ext>
            </a:extLst>
          </p:cNvPr>
          <p:cNvSpPr>
            <a:spLocks noGrp="1"/>
          </p:cNvSpPr>
          <p:nvPr>
            <p:ph type="body" sz="quarter" idx="28" hasCustomPrompt="1"/>
          </p:nvPr>
        </p:nvSpPr>
        <p:spPr>
          <a:xfrm>
            <a:off x="10395907"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8" name="Text Placeholder 14">
            <a:extLst>
              <a:ext uri="{FF2B5EF4-FFF2-40B4-BE49-F238E27FC236}">
                <a16:creationId xmlns:a16="http://schemas.microsoft.com/office/drawing/2014/main" id="{2AA33C54-3898-452E-979F-F1B5853E737C}"/>
              </a:ext>
            </a:extLst>
          </p:cNvPr>
          <p:cNvSpPr>
            <a:spLocks noGrp="1"/>
          </p:cNvSpPr>
          <p:nvPr>
            <p:ph type="body" sz="quarter" idx="29" hasCustomPrompt="1"/>
          </p:nvPr>
        </p:nvSpPr>
        <p:spPr>
          <a:xfrm>
            <a:off x="171234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9" name="Text Placeholder 14">
            <a:extLst>
              <a:ext uri="{FF2B5EF4-FFF2-40B4-BE49-F238E27FC236}">
                <a16:creationId xmlns:a16="http://schemas.microsoft.com/office/drawing/2014/main" id="{0569AA0A-65D1-4456-9A14-327E6CE6DF6A}"/>
              </a:ext>
            </a:extLst>
          </p:cNvPr>
          <p:cNvSpPr>
            <a:spLocks noGrp="1"/>
          </p:cNvSpPr>
          <p:nvPr>
            <p:ph type="body" sz="quarter" idx="30" hasCustomPrompt="1"/>
          </p:nvPr>
        </p:nvSpPr>
        <p:spPr>
          <a:xfrm>
            <a:off x="250176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0" name="Text Placeholder 14">
            <a:extLst>
              <a:ext uri="{FF2B5EF4-FFF2-40B4-BE49-F238E27FC236}">
                <a16:creationId xmlns:a16="http://schemas.microsoft.com/office/drawing/2014/main" id="{028EB91C-9303-4EB3-886A-E5DA884A80FD}"/>
              </a:ext>
            </a:extLst>
          </p:cNvPr>
          <p:cNvSpPr>
            <a:spLocks noGrp="1"/>
          </p:cNvSpPr>
          <p:nvPr>
            <p:ph type="body" sz="quarter" idx="31" hasCustomPrompt="1"/>
          </p:nvPr>
        </p:nvSpPr>
        <p:spPr>
          <a:xfrm>
            <a:off x="329117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1" name="Text Placeholder 14">
            <a:extLst>
              <a:ext uri="{FF2B5EF4-FFF2-40B4-BE49-F238E27FC236}">
                <a16:creationId xmlns:a16="http://schemas.microsoft.com/office/drawing/2014/main" id="{4A47908B-3F69-4786-9C40-C12392133F05}"/>
              </a:ext>
            </a:extLst>
          </p:cNvPr>
          <p:cNvSpPr>
            <a:spLocks noGrp="1"/>
          </p:cNvSpPr>
          <p:nvPr>
            <p:ph type="body" sz="quarter" idx="32" hasCustomPrompt="1"/>
          </p:nvPr>
        </p:nvSpPr>
        <p:spPr>
          <a:xfrm>
            <a:off x="408059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2" name="Text Placeholder 14">
            <a:extLst>
              <a:ext uri="{FF2B5EF4-FFF2-40B4-BE49-F238E27FC236}">
                <a16:creationId xmlns:a16="http://schemas.microsoft.com/office/drawing/2014/main" id="{378EEBEC-FDBD-4D14-ADCA-4C72B269E993}"/>
              </a:ext>
            </a:extLst>
          </p:cNvPr>
          <p:cNvSpPr>
            <a:spLocks noGrp="1"/>
          </p:cNvSpPr>
          <p:nvPr>
            <p:ph type="body" sz="quarter" idx="33" hasCustomPrompt="1"/>
          </p:nvPr>
        </p:nvSpPr>
        <p:spPr>
          <a:xfrm>
            <a:off x="4810807" y="4871997"/>
            <a:ext cx="61531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3" name="Text Placeholder 14">
            <a:extLst>
              <a:ext uri="{FF2B5EF4-FFF2-40B4-BE49-F238E27FC236}">
                <a16:creationId xmlns:a16="http://schemas.microsoft.com/office/drawing/2014/main" id="{044989A5-8040-43C0-BE05-6A79C3BE6378}"/>
              </a:ext>
            </a:extLst>
          </p:cNvPr>
          <p:cNvSpPr>
            <a:spLocks noGrp="1"/>
          </p:cNvSpPr>
          <p:nvPr>
            <p:ph type="body" sz="quarter" idx="34" hasCustomPrompt="1"/>
          </p:nvPr>
        </p:nvSpPr>
        <p:spPr>
          <a:xfrm>
            <a:off x="565942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4" name="Text Placeholder 14">
            <a:extLst>
              <a:ext uri="{FF2B5EF4-FFF2-40B4-BE49-F238E27FC236}">
                <a16:creationId xmlns:a16="http://schemas.microsoft.com/office/drawing/2014/main" id="{52581A3A-F479-4780-81BE-CCBCF398141A}"/>
              </a:ext>
            </a:extLst>
          </p:cNvPr>
          <p:cNvSpPr>
            <a:spLocks noGrp="1"/>
          </p:cNvSpPr>
          <p:nvPr>
            <p:ph type="body" sz="quarter" idx="35" hasCustomPrompt="1"/>
          </p:nvPr>
        </p:nvSpPr>
        <p:spPr>
          <a:xfrm>
            <a:off x="644883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5" name="Text Placeholder 14">
            <a:extLst>
              <a:ext uri="{FF2B5EF4-FFF2-40B4-BE49-F238E27FC236}">
                <a16:creationId xmlns:a16="http://schemas.microsoft.com/office/drawing/2014/main" id="{3D361DBA-153A-4846-BDA4-CC63FF94744D}"/>
              </a:ext>
            </a:extLst>
          </p:cNvPr>
          <p:cNvSpPr>
            <a:spLocks noGrp="1"/>
          </p:cNvSpPr>
          <p:nvPr>
            <p:ph type="body" sz="quarter" idx="36" hasCustomPrompt="1"/>
          </p:nvPr>
        </p:nvSpPr>
        <p:spPr>
          <a:xfrm>
            <a:off x="723825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6" name="Text Placeholder 14">
            <a:extLst>
              <a:ext uri="{FF2B5EF4-FFF2-40B4-BE49-F238E27FC236}">
                <a16:creationId xmlns:a16="http://schemas.microsoft.com/office/drawing/2014/main" id="{78FB324E-EE00-4CC5-9F81-5EF71F305031}"/>
              </a:ext>
            </a:extLst>
          </p:cNvPr>
          <p:cNvSpPr>
            <a:spLocks noGrp="1"/>
          </p:cNvSpPr>
          <p:nvPr>
            <p:ph type="body" sz="quarter" idx="37" hasCustomPrompt="1"/>
          </p:nvPr>
        </p:nvSpPr>
        <p:spPr>
          <a:xfrm>
            <a:off x="802766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7" name="Text Placeholder 14">
            <a:extLst>
              <a:ext uri="{FF2B5EF4-FFF2-40B4-BE49-F238E27FC236}">
                <a16:creationId xmlns:a16="http://schemas.microsoft.com/office/drawing/2014/main" id="{78AA454F-F92D-4844-92A6-A3FEDD88B302}"/>
              </a:ext>
            </a:extLst>
          </p:cNvPr>
          <p:cNvSpPr>
            <a:spLocks noGrp="1"/>
          </p:cNvSpPr>
          <p:nvPr>
            <p:ph type="body" sz="quarter" idx="38" hasCustomPrompt="1"/>
          </p:nvPr>
        </p:nvSpPr>
        <p:spPr>
          <a:xfrm>
            <a:off x="881708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8" name="Text Placeholder 14">
            <a:extLst>
              <a:ext uri="{FF2B5EF4-FFF2-40B4-BE49-F238E27FC236}">
                <a16:creationId xmlns:a16="http://schemas.microsoft.com/office/drawing/2014/main" id="{651BCA7B-5BF4-4A0F-95C1-2014315E80B1}"/>
              </a:ext>
            </a:extLst>
          </p:cNvPr>
          <p:cNvSpPr>
            <a:spLocks noGrp="1"/>
          </p:cNvSpPr>
          <p:nvPr>
            <p:ph type="body" sz="quarter" idx="39" hasCustomPrompt="1"/>
          </p:nvPr>
        </p:nvSpPr>
        <p:spPr>
          <a:xfrm>
            <a:off x="960649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9" name="Text Placeholder 14">
            <a:extLst>
              <a:ext uri="{FF2B5EF4-FFF2-40B4-BE49-F238E27FC236}">
                <a16:creationId xmlns:a16="http://schemas.microsoft.com/office/drawing/2014/main" id="{7E3F41F1-0E06-45ED-894F-7F38510C2728}"/>
              </a:ext>
            </a:extLst>
          </p:cNvPr>
          <p:cNvSpPr>
            <a:spLocks noGrp="1"/>
          </p:cNvSpPr>
          <p:nvPr>
            <p:ph type="body" sz="quarter" idx="40" hasCustomPrompt="1"/>
          </p:nvPr>
        </p:nvSpPr>
        <p:spPr>
          <a:xfrm>
            <a:off x="10395907"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52" name="Text Placeholder 14">
            <a:extLst>
              <a:ext uri="{FF2B5EF4-FFF2-40B4-BE49-F238E27FC236}">
                <a16:creationId xmlns:a16="http://schemas.microsoft.com/office/drawing/2014/main" id="{C02572F8-1812-49D5-B24A-088659DE9FC7}"/>
              </a:ext>
            </a:extLst>
          </p:cNvPr>
          <p:cNvSpPr>
            <a:spLocks noGrp="1"/>
          </p:cNvSpPr>
          <p:nvPr>
            <p:ph type="body" sz="quarter" idx="41" hasCustomPrompt="1"/>
          </p:nvPr>
        </p:nvSpPr>
        <p:spPr>
          <a:xfrm>
            <a:off x="653772" y="2763180"/>
            <a:ext cx="1021001" cy="501726"/>
          </a:xfrm>
          <a:prstGeom prst="rect">
            <a:avLst/>
          </a:prstGeom>
        </p:spPr>
        <p:txBody>
          <a:bodyPr anchor="ctr">
            <a:noAutofit/>
          </a:bodyPr>
          <a:lstStyle>
            <a:lvl1pPr marL="0" indent="0" algn="ctr">
              <a:buNone/>
              <a:defRPr sz="1600" cap="all" spc="100" baseline="0">
                <a:solidFill>
                  <a:schemeClr val="bg1"/>
                </a:solidFill>
                <a:latin typeface="+mj-lt"/>
              </a:defRPr>
            </a:lvl1pPr>
          </a:lstStyle>
          <a:p>
            <a:pPr lvl="0"/>
            <a:r>
              <a:rPr lang="en-US"/>
              <a:t>Add year</a:t>
            </a:r>
          </a:p>
        </p:txBody>
      </p:sp>
      <p:sp>
        <p:nvSpPr>
          <p:cNvPr id="53" name="Text Placeholder 14">
            <a:extLst>
              <a:ext uri="{FF2B5EF4-FFF2-40B4-BE49-F238E27FC236}">
                <a16:creationId xmlns:a16="http://schemas.microsoft.com/office/drawing/2014/main" id="{453EA1A1-A67D-4132-9EA0-584E8FA796C3}"/>
              </a:ext>
            </a:extLst>
          </p:cNvPr>
          <p:cNvSpPr>
            <a:spLocks noGrp="1"/>
          </p:cNvSpPr>
          <p:nvPr>
            <p:ph type="body" sz="quarter" idx="42" hasCustomPrompt="1"/>
          </p:nvPr>
        </p:nvSpPr>
        <p:spPr>
          <a:xfrm>
            <a:off x="653772" y="4449967"/>
            <a:ext cx="1021001" cy="501726"/>
          </a:xfrm>
          <a:prstGeom prst="rect">
            <a:avLst/>
          </a:prstGeom>
        </p:spPr>
        <p:txBody>
          <a:bodyPr anchor="ctr">
            <a:noAutofit/>
          </a:bodyPr>
          <a:lstStyle>
            <a:lvl1pPr marL="0" indent="0" algn="ctr">
              <a:buNone/>
              <a:defRPr sz="1600" cap="all" spc="100" baseline="0">
                <a:solidFill>
                  <a:schemeClr val="bg1"/>
                </a:solidFill>
                <a:latin typeface="+mj-lt"/>
              </a:defRPr>
            </a:lvl1pPr>
          </a:lstStyle>
          <a:p>
            <a:pPr lvl="0"/>
            <a:r>
              <a:rPr lang="en-US"/>
              <a:t>Add year</a:t>
            </a:r>
          </a:p>
        </p:txBody>
      </p:sp>
      <p:sp>
        <p:nvSpPr>
          <p:cNvPr id="54" name="Text Placeholder 14">
            <a:extLst>
              <a:ext uri="{FF2B5EF4-FFF2-40B4-BE49-F238E27FC236}">
                <a16:creationId xmlns:a16="http://schemas.microsoft.com/office/drawing/2014/main" id="{658BFCC4-C261-4874-8195-FDA3C5001E05}"/>
              </a:ext>
            </a:extLst>
          </p:cNvPr>
          <p:cNvSpPr>
            <a:spLocks noGrp="1"/>
          </p:cNvSpPr>
          <p:nvPr>
            <p:ph type="body" sz="quarter" idx="43" hasCustomPrompt="1"/>
          </p:nvPr>
        </p:nvSpPr>
        <p:spPr>
          <a:xfrm>
            <a:off x="2029367" y="2071320"/>
            <a:ext cx="1440088" cy="598827"/>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5" name="Text Placeholder 14">
            <a:extLst>
              <a:ext uri="{FF2B5EF4-FFF2-40B4-BE49-F238E27FC236}">
                <a16:creationId xmlns:a16="http://schemas.microsoft.com/office/drawing/2014/main" id="{158708C7-ABA0-43E5-BB89-A1B7B2C45233}"/>
              </a:ext>
            </a:extLst>
          </p:cNvPr>
          <p:cNvSpPr>
            <a:spLocks noGrp="1"/>
          </p:cNvSpPr>
          <p:nvPr>
            <p:ph type="body" sz="quarter" idx="44" hasCustomPrompt="1"/>
          </p:nvPr>
        </p:nvSpPr>
        <p:spPr>
          <a:xfrm>
            <a:off x="4397612" y="2071320"/>
            <a:ext cx="1440088" cy="598827"/>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6" name="Text Placeholder 14">
            <a:extLst>
              <a:ext uri="{FF2B5EF4-FFF2-40B4-BE49-F238E27FC236}">
                <a16:creationId xmlns:a16="http://schemas.microsoft.com/office/drawing/2014/main" id="{2AE59213-95B1-4597-AD8C-D55D96D561EA}"/>
              </a:ext>
            </a:extLst>
          </p:cNvPr>
          <p:cNvSpPr>
            <a:spLocks noGrp="1"/>
          </p:cNvSpPr>
          <p:nvPr>
            <p:ph type="body" sz="quarter" idx="45" hasCustomPrompt="1"/>
          </p:nvPr>
        </p:nvSpPr>
        <p:spPr>
          <a:xfrm>
            <a:off x="8344687" y="2071320"/>
            <a:ext cx="1440088" cy="598827"/>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7" name="Text Placeholder 14">
            <a:extLst>
              <a:ext uri="{FF2B5EF4-FFF2-40B4-BE49-F238E27FC236}">
                <a16:creationId xmlns:a16="http://schemas.microsoft.com/office/drawing/2014/main" id="{2B9A460E-592F-41EA-9F9C-8953AFAC2236}"/>
              </a:ext>
            </a:extLst>
          </p:cNvPr>
          <p:cNvSpPr>
            <a:spLocks noGrp="1"/>
          </p:cNvSpPr>
          <p:nvPr>
            <p:ph type="body" sz="quarter" idx="46" hasCustomPrompt="1"/>
          </p:nvPr>
        </p:nvSpPr>
        <p:spPr>
          <a:xfrm>
            <a:off x="2029367" y="3862599"/>
            <a:ext cx="1440088" cy="549318"/>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8" name="Text Placeholder 14">
            <a:extLst>
              <a:ext uri="{FF2B5EF4-FFF2-40B4-BE49-F238E27FC236}">
                <a16:creationId xmlns:a16="http://schemas.microsoft.com/office/drawing/2014/main" id="{3065B3A8-F99B-47E6-B517-D93AC0FC4501}"/>
              </a:ext>
            </a:extLst>
          </p:cNvPr>
          <p:cNvSpPr>
            <a:spLocks noGrp="1"/>
          </p:cNvSpPr>
          <p:nvPr>
            <p:ph type="body" sz="quarter" idx="47" hasCustomPrompt="1"/>
          </p:nvPr>
        </p:nvSpPr>
        <p:spPr>
          <a:xfrm>
            <a:off x="5976442" y="3862599"/>
            <a:ext cx="1440088" cy="549318"/>
          </a:xfrm>
          <a:prstGeom prst="rect">
            <a:avLst/>
          </a:prstGeom>
        </p:spPr>
        <p:txBody>
          <a:bodyPr anchor="b"/>
          <a:lstStyle>
            <a:lvl1pPr marL="0" indent="0" algn="ctr">
              <a:lnSpc>
                <a:spcPct val="100000"/>
              </a:lnSpc>
              <a:spcBef>
                <a:spcPts val="0"/>
              </a:spcBef>
              <a:buNone/>
              <a:defRPr sz="1400" b="1" cap="none" spc="100" baseline="0">
                <a:solidFill>
                  <a:schemeClr val="accent6"/>
                </a:solidFill>
                <a:latin typeface="+mn-lt"/>
              </a:defRPr>
            </a:lvl1pPr>
          </a:lstStyle>
          <a:p>
            <a:pPr lvl="0"/>
            <a:r>
              <a:rPr lang="en-US"/>
              <a:t>Click to add text</a:t>
            </a:r>
          </a:p>
        </p:txBody>
      </p:sp>
      <p:sp>
        <p:nvSpPr>
          <p:cNvPr id="59" name="Text Placeholder 14">
            <a:extLst>
              <a:ext uri="{FF2B5EF4-FFF2-40B4-BE49-F238E27FC236}">
                <a16:creationId xmlns:a16="http://schemas.microsoft.com/office/drawing/2014/main" id="{B2187073-BC0A-4137-A204-D35C44CD7F87}"/>
              </a:ext>
            </a:extLst>
          </p:cNvPr>
          <p:cNvSpPr>
            <a:spLocks noGrp="1"/>
          </p:cNvSpPr>
          <p:nvPr>
            <p:ph type="body" sz="quarter" idx="48" hasCustomPrompt="1"/>
          </p:nvPr>
        </p:nvSpPr>
        <p:spPr>
          <a:xfrm>
            <a:off x="9923517" y="3862599"/>
            <a:ext cx="1440088" cy="549318"/>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40" name="Title 1">
            <a:extLst>
              <a:ext uri="{FF2B5EF4-FFF2-40B4-BE49-F238E27FC236}">
                <a16:creationId xmlns:a16="http://schemas.microsoft.com/office/drawing/2014/main" id="{35F35AF6-FBA2-4CA2-8A1F-2C977E6C9754}"/>
              </a:ext>
            </a:extLst>
          </p:cNvPr>
          <p:cNvSpPr>
            <a:spLocks noGrp="1"/>
          </p:cNvSpPr>
          <p:nvPr>
            <p:ph type="title" hasCustomPrompt="1"/>
          </p:nvPr>
        </p:nvSpPr>
        <p:spPr>
          <a:xfrm>
            <a:off x="2451534" y="989042"/>
            <a:ext cx="7287768" cy="630936"/>
          </a:xfrm>
        </p:spPr>
        <p:txBody>
          <a:bodyPr anchor="t">
            <a:noAutofit/>
          </a:bodyPr>
          <a:lstStyle>
            <a:lvl1pPr algn="ctr">
              <a:lnSpc>
                <a:spcPct val="125000"/>
              </a:lnSpc>
              <a:defRPr sz="2800">
                <a:ln w="19050">
                  <a:solidFill>
                    <a:schemeClr val="bg1"/>
                  </a:solidFill>
                </a:ln>
              </a:defRPr>
            </a:lvl1pPr>
          </a:lstStyle>
          <a:p>
            <a:r>
              <a:rPr lang="en-US"/>
              <a:t>Click to add title</a:t>
            </a:r>
          </a:p>
        </p:txBody>
      </p:sp>
    </p:spTree>
    <p:extLst>
      <p:ext uri="{BB962C8B-B14F-4D97-AF65-F5344CB8AC3E}">
        <p14:creationId xmlns:p14="http://schemas.microsoft.com/office/powerpoint/2010/main" val="15582165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5C89BE0-E34D-48FA-8ED2-CA69BFBC4FB6}"/>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13" name="Picture Placeholder 7">
            <a:extLst>
              <a:ext uri="{FF2B5EF4-FFF2-40B4-BE49-F238E27FC236}">
                <a16:creationId xmlns:a16="http://schemas.microsoft.com/office/drawing/2014/main" id="{AB20A778-FBFD-4ED2-8E9B-6645F59A4D16}"/>
              </a:ext>
            </a:extLst>
          </p:cNvPr>
          <p:cNvSpPr>
            <a:spLocks noGrp="1"/>
          </p:cNvSpPr>
          <p:nvPr>
            <p:ph type="pic" sz="quarter" idx="14" hasCustomPrompt="1"/>
          </p:nvPr>
        </p:nvSpPr>
        <p:spPr>
          <a:xfrm>
            <a:off x="7179732" y="0"/>
            <a:ext cx="5012268" cy="6867376"/>
          </a:xfrm>
        </p:spPr>
        <p:txBody>
          <a:bodyPr/>
          <a:lstStyle>
            <a:lvl1pPr marL="0" indent="0" algn="ctr">
              <a:buNone/>
              <a:defRPr>
                <a:solidFill>
                  <a:schemeClr val="bg1"/>
                </a:solidFill>
              </a:defRPr>
            </a:lvl1pPr>
          </a:lstStyle>
          <a:p>
            <a:r>
              <a:rPr lang="en-US"/>
              <a:t>Click to add photo</a:t>
            </a:r>
          </a:p>
        </p:txBody>
      </p:sp>
      <p:sp>
        <p:nvSpPr>
          <p:cNvPr id="8" name="Picture Placeholder 7">
            <a:extLst>
              <a:ext uri="{FF2B5EF4-FFF2-40B4-BE49-F238E27FC236}">
                <a16:creationId xmlns:a16="http://schemas.microsoft.com/office/drawing/2014/main" id="{3B12CF59-4802-4969-8645-8E2014DF0AB6}"/>
              </a:ext>
            </a:extLst>
          </p:cNvPr>
          <p:cNvSpPr>
            <a:spLocks noGrp="1"/>
          </p:cNvSpPr>
          <p:nvPr>
            <p:ph type="pic" sz="quarter" idx="13" hasCustomPrompt="1"/>
          </p:nvPr>
        </p:nvSpPr>
        <p:spPr>
          <a:xfrm>
            <a:off x="7179732" y="0"/>
            <a:ext cx="5012267" cy="6867376"/>
          </a:xfrm>
        </p:spPr>
        <p:txBody>
          <a:bodyPr/>
          <a:lstStyle>
            <a:lvl1pPr marL="0" indent="0" algn="ctr">
              <a:buNone/>
              <a:defRPr>
                <a:solidFill>
                  <a:schemeClr val="bg1"/>
                </a:solidFill>
              </a:defRPr>
            </a:lvl1pPr>
          </a:lstStyle>
          <a:p>
            <a:r>
              <a:rPr lang="en-US"/>
              <a:t>Click to add photo</a:t>
            </a:r>
          </a:p>
        </p:txBody>
      </p:sp>
      <p:sp>
        <p:nvSpPr>
          <p:cNvPr id="3" name="Date Placeholder 2">
            <a:extLst>
              <a:ext uri="{FF2B5EF4-FFF2-40B4-BE49-F238E27FC236}">
                <a16:creationId xmlns:a16="http://schemas.microsoft.com/office/drawing/2014/main" id="{523CB959-A5D6-4887-9B77-916F0EA10660}"/>
              </a:ext>
            </a:extLst>
          </p:cNvPr>
          <p:cNvSpPr>
            <a:spLocks noGrp="1"/>
          </p:cNvSpPr>
          <p:nvPr>
            <p:ph type="dt" sz="half" idx="10"/>
          </p:nvPr>
        </p:nvSpPr>
        <p:spPr/>
        <p:txBody>
          <a:bodyPr/>
          <a:lstStyle/>
          <a:p>
            <a:r>
              <a:rPr lang="en-US"/>
              <a:t>8/06/20XX</a:t>
            </a:r>
          </a:p>
        </p:txBody>
      </p:sp>
      <p:sp>
        <p:nvSpPr>
          <p:cNvPr id="4" name="Footer Placeholder 3">
            <a:extLst>
              <a:ext uri="{FF2B5EF4-FFF2-40B4-BE49-F238E27FC236}">
                <a16:creationId xmlns:a16="http://schemas.microsoft.com/office/drawing/2014/main" id="{E8C0AFFF-66EA-44D7-828D-244A190B13B2}"/>
              </a:ext>
            </a:extLst>
          </p:cNvPr>
          <p:cNvSpPr>
            <a:spLocks noGrp="1"/>
          </p:cNvSpPr>
          <p:nvPr>
            <p:ph type="ftr" sz="quarter" idx="11"/>
          </p:nvPr>
        </p:nvSpPr>
        <p:spPr/>
        <p:txBody>
          <a:bodyPr/>
          <a:lstStyle/>
          <a:p>
            <a:r>
              <a:rPr lang="en-US"/>
              <a:t>PITCH DECK</a:t>
            </a:r>
          </a:p>
        </p:txBody>
      </p:sp>
      <p:sp>
        <p:nvSpPr>
          <p:cNvPr id="5" name="Slide Number Placeholder 4">
            <a:extLst>
              <a:ext uri="{FF2B5EF4-FFF2-40B4-BE49-F238E27FC236}">
                <a16:creationId xmlns:a16="http://schemas.microsoft.com/office/drawing/2014/main" id="{4D589006-A738-42A2-B328-34F70A778A89}"/>
              </a:ext>
            </a:extLst>
          </p:cNvPr>
          <p:cNvSpPr>
            <a:spLocks noGrp="1"/>
          </p:cNvSpPr>
          <p:nvPr>
            <p:ph type="sldNum" sz="quarter" idx="12"/>
          </p:nvPr>
        </p:nvSpPr>
        <p:spPr/>
        <p:txBody>
          <a:bodyPr/>
          <a:lstStyle/>
          <a:p>
            <a:fld id="{A402E4C0-AD5E-4E8C-9F21-7CCE474BDCEB}" type="slidenum">
              <a:rPr lang="en-US" smtClean="0"/>
              <a:pPr/>
              <a:t>‹#›</a:t>
            </a:fld>
            <a:endParaRPr lang="en-US"/>
          </a:p>
        </p:txBody>
      </p:sp>
      <p:sp>
        <p:nvSpPr>
          <p:cNvPr id="11" name="Title 1">
            <a:extLst>
              <a:ext uri="{FF2B5EF4-FFF2-40B4-BE49-F238E27FC236}">
                <a16:creationId xmlns:a16="http://schemas.microsoft.com/office/drawing/2014/main" id="{473E75D8-7274-49D2-8CF2-0E990C29CCA7}"/>
              </a:ext>
            </a:extLst>
          </p:cNvPr>
          <p:cNvSpPr>
            <a:spLocks noGrp="1"/>
          </p:cNvSpPr>
          <p:nvPr>
            <p:ph type="title" hasCustomPrompt="1"/>
          </p:nvPr>
        </p:nvSpPr>
        <p:spPr>
          <a:xfrm>
            <a:off x="793750" y="715939"/>
            <a:ext cx="4864608" cy="365760"/>
          </a:xfrm>
        </p:spPr>
        <p:txBody>
          <a:bodyPr anchor="t">
            <a:noAutofit/>
          </a:bodyPr>
          <a:lstStyle>
            <a:lvl1pPr>
              <a:defRPr sz="2800">
                <a:ln w="19050">
                  <a:solidFill>
                    <a:schemeClr val="bg1"/>
                  </a:solidFill>
                </a:ln>
              </a:defRPr>
            </a:lvl1pPr>
          </a:lstStyle>
          <a:p>
            <a:r>
              <a:rPr lang="en-US"/>
              <a:t>Click to add title</a:t>
            </a:r>
          </a:p>
        </p:txBody>
      </p:sp>
      <p:sp>
        <p:nvSpPr>
          <p:cNvPr id="6" name="Content Placeholder 5">
            <a:extLst>
              <a:ext uri="{FF2B5EF4-FFF2-40B4-BE49-F238E27FC236}">
                <a16:creationId xmlns:a16="http://schemas.microsoft.com/office/drawing/2014/main" id="{28591683-9C5C-45D2-A241-FC48B66B50DB}"/>
              </a:ext>
            </a:extLst>
          </p:cNvPr>
          <p:cNvSpPr>
            <a:spLocks noGrp="1"/>
          </p:cNvSpPr>
          <p:nvPr>
            <p:ph sz="quarter" idx="15"/>
          </p:nvPr>
        </p:nvSpPr>
        <p:spPr>
          <a:xfrm>
            <a:off x="793750" y="1238250"/>
            <a:ext cx="5422392" cy="459028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4096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eet The Team">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39293AB-35CB-4344-A710-9C0BF396AEAC}"/>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AE5B5434-FC37-4DD2-AA81-6499AA6FB246}"/>
              </a:ext>
            </a:extLst>
          </p:cNvPr>
          <p:cNvSpPr>
            <a:spLocks noGrp="1"/>
          </p:cNvSpPr>
          <p:nvPr>
            <p:ph type="dt" sz="half" idx="10"/>
          </p:nvPr>
        </p:nvSpPr>
        <p:spPr/>
        <p:txBody>
          <a:bodyPr/>
          <a:lstStyle/>
          <a:p>
            <a:r>
              <a:rPr lang="en-US"/>
              <a:t>8/06/20XX</a:t>
            </a:r>
          </a:p>
        </p:txBody>
      </p:sp>
      <p:sp>
        <p:nvSpPr>
          <p:cNvPr id="4" name="Footer Placeholder 3">
            <a:extLst>
              <a:ext uri="{FF2B5EF4-FFF2-40B4-BE49-F238E27FC236}">
                <a16:creationId xmlns:a16="http://schemas.microsoft.com/office/drawing/2014/main" id="{E8DC474A-5DF9-4EA3-A273-CA3941061639}"/>
              </a:ext>
            </a:extLst>
          </p:cNvPr>
          <p:cNvSpPr>
            <a:spLocks noGrp="1"/>
          </p:cNvSpPr>
          <p:nvPr>
            <p:ph type="ftr" sz="quarter" idx="11"/>
          </p:nvPr>
        </p:nvSpPr>
        <p:spPr/>
        <p:txBody>
          <a:bodyPr/>
          <a:lstStyle/>
          <a:p>
            <a:r>
              <a:rPr lang="en-US"/>
              <a:t>PITCH DECK</a:t>
            </a:r>
          </a:p>
        </p:txBody>
      </p:sp>
      <p:sp>
        <p:nvSpPr>
          <p:cNvPr id="5" name="Slide Number Placeholder 4">
            <a:extLst>
              <a:ext uri="{FF2B5EF4-FFF2-40B4-BE49-F238E27FC236}">
                <a16:creationId xmlns:a16="http://schemas.microsoft.com/office/drawing/2014/main" id="{DF6B1742-3B51-4EFC-8A04-CD872DE4EC37}"/>
              </a:ext>
            </a:extLst>
          </p:cNvPr>
          <p:cNvSpPr>
            <a:spLocks noGrp="1"/>
          </p:cNvSpPr>
          <p:nvPr>
            <p:ph type="sldNum" sz="quarter" idx="12"/>
          </p:nvPr>
        </p:nvSpPr>
        <p:spPr/>
        <p:txBody>
          <a:bodyPr/>
          <a:lstStyle/>
          <a:p>
            <a:fld id="{A402E4C0-AD5E-4E8C-9F21-7CCE474BDCEB}" type="slidenum">
              <a:rPr lang="en-US" smtClean="0"/>
              <a:pPr/>
              <a:t>‹#›</a:t>
            </a:fld>
            <a:endParaRPr lang="en-US"/>
          </a:p>
        </p:txBody>
      </p:sp>
      <p:sp>
        <p:nvSpPr>
          <p:cNvPr id="9" name="Rectangle 8">
            <a:extLst>
              <a:ext uri="{FF2B5EF4-FFF2-40B4-BE49-F238E27FC236}">
                <a16:creationId xmlns:a16="http://schemas.microsoft.com/office/drawing/2014/main" id="{425C06A4-0C2D-4746-83C3-410A9B469E89}"/>
              </a:ext>
            </a:extLst>
          </p:cNvPr>
          <p:cNvSpPr/>
          <p:nvPr userDrawn="1"/>
        </p:nvSpPr>
        <p:spPr>
          <a:xfrm>
            <a:off x="739302" y="739302"/>
            <a:ext cx="10713396" cy="5379396"/>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icture Placeholder 9">
            <a:extLst>
              <a:ext uri="{FF2B5EF4-FFF2-40B4-BE49-F238E27FC236}">
                <a16:creationId xmlns:a16="http://schemas.microsoft.com/office/drawing/2014/main" id="{890CF5DC-D21B-4DF3-8248-1F809124AD98}"/>
              </a:ext>
            </a:extLst>
          </p:cNvPr>
          <p:cNvSpPr>
            <a:spLocks noGrp="1"/>
          </p:cNvSpPr>
          <p:nvPr>
            <p:ph type="pic" sz="quarter" idx="15" hasCustomPrompt="1"/>
          </p:nvPr>
        </p:nvSpPr>
        <p:spPr>
          <a:xfrm>
            <a:off x="1803737" y="2804053"/>
            <a:ext cx="1487419" cy="1498417"/>
          </a:xfrm>
          <a:prstGeom prst="rect">
            <a:avLst/>
          </a:prstGeom>
        </p:spPr>
        <p:txBody>
          <a:bodyPr/>
          <a:lstStyle>
            <a:lvl1pPr marL="0" indent="0" algn="ctr">
              <a:buNone/>
              <a:defRPr/>
            </a:lvl1pPr>
          </a:lstStyle>
          <a:p>
            <a:r>
              <a:rPr lang="en-US"/>
              <a:t>Click to add photo</a:t>
            </a:r>
          </a:p>
        </p:txBody>
      </p:sp>
      <p:sp>
        <p:nvSpPr>
          <p:cNvPr id="14" name="Text Placeholder 10">
            <a:extLst>
              <a:ext uri="{FF2B5EF4-FFF2-40B4-BE49-F238E27FC236}">
                <a16:creationId xmlns:a16="http://schemas.microsoft.com/office/drawing/2014/main" id="{BEE26967-C0C7-4310-90FC-F1914D2403E8}"/>
              </a:ext>
            </a:extLst>
          </p:cNvPr>
          <p:cNvSpPr>
            <a:spLocks noGrp="1"/>
          </p:cNvSpPr>
          <p:nvPr>
            <p:ph type="body" sz="quarter" idx="18" hasCustomPrompt="1"/>
          </p:nvPr>
        </p:nvSpPr>
        <p:spPr>
          <a:xfrm>
            <a:off x="1488239" y="4570546"/>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15" name="Text Placeholder 10">
            <a:extLst>
              <a:ext uri="{FF2B5EF4-FFF2-40B4-BE49-F238E27FC236}">
                <a16:creationId xmlns:a16="http://schemas.microsoft.com/office/drawing/2014/main" id="{3CA187B6-5AE8-4D11-8E79-63677F474D26}"/>
              </a:ext>
            </a:extLst>
          </p:cNvPr>
          <p:cNvSpPr>
            <a:spLocks noGrp="1"/>
          </p:cNvSpPr>
          <p:nvPr>
            <p:ph type="body" sz="quarter" idx="19" hasCustomPrompt="1"/>
          </p:nvPr>
        </p:nvSpPr>
        <p:spPr>
          <a:xfrm>
            <a:off x="1488239" y="4886780"/>
            <a:ext cx="2118414"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16" name="Picture Placeholder 9">
            <a:extLst>
              <a:ext uri="{FF2B5EF4-FFF2-40B4-BE49-F238E27FC236}">
                <a16:creationId xmlns:a16="http://schemas.microsoft.com/office/drawing/2014/main" id="{A72BAC04-D935-470E-B6B5-E9CCE70D11F4}"/>
              </a:ext>
            </a:extLst>
          </p:cNvPr>
          <p:cNvSpPr>
            <a:spLocks noGrp="1"/>
          </p:cNvSpPr>
          <p:nvPr>
            <p:ph type="pic" sz="quarter" idx="20" hasCustomPrompt="1"/>
          </p:nvPr>
        </p:nvSpPr>
        <p:spPr>
          <a:xfrm>
            <a:off x="4175961" y="2804053"/>
            <a:ext cx="1487419" cy="1498417"/>
          </a:xfrm>
          <a:prstGeom prst="rect">
            <a:avLst/>
          </a:prstGeom>
        </p:spPr>
        <p:txBody>
          <a:bodyPr/>
          <a:lstStyle>
            <a:lvl1pPr marL="0" indent="0" algn="ctr">
              <a:buNone/>
              <a:defRPr/>
            </a:lvl1pPr>
          </a:lstStyle>
          <a:p>
            <a:r>
              <a:rPr lang="en-US"/>
              <a:t>Click to add photo</a:t>
            </a:r>
          </a:p>
        </p:txBody>
      </p:sp>
      <p:sp>
        <p:nvSpPr>
          <p:cNvPr id="17" name="Picture Placeholder 9">
            <a:extLst>
              <a:ext uri="{FF2B5EF4-FFF2-40B4-BE49-F238E27FC236}">
                <a16:creationId xmlns:a16="http://schemas.microsoft.com/office/drawing/2014/main" id="{456256DC-B113-4559-8D0B-3F8B4A7CAB2B}"/>
              </a:ext>
            </a:extLst>
          </p:cNvPr>
          <p:cNvSpPr>
            <a:spLocks noGrp="1"/>
          </p:cNvSpPr>
          <p:nvPr>
            <p:ph type="pic" sz="quarter" idx="21" hasCustomPrompt="1"/>
          </p:nvPr>
        </p:nvSpPr>
        <p:spPr>
          <a:xfrm>
            <a:off x="6548185" y="2804053"/>
            <a:ext cx="1487419" cy="1498417"/>
          </a:xfrm>
          <a:prstGeom prst="rect">
            <a:avLst/>
          </a:prstGeom>
        </p:spPr>
        <p:txBody>
          <a:bodyPr/>
          <a:lstStyle>
            <a:lvl1pPr marL="0" indent="0" algn="ctr">
              <a:buNone/>
              <a:defRPr/>
            </a:lvl1pPr>
          </a:lstStyle>
          <a:p>
            <a:r>
              <a:rPr lang="en-US"/>
              <a:t>Click to add photo</a:t>
            </a:r>
          </a:p>
        </p:txBody>
      </p:sp>
      <p:sp>
        <p:nvSpPr>
          <p:cNvPr id="18" name="Picture Placeholder 9">
            <a:extLst>
              <a:ext uri="{FF2B5EF4-FFF2-40B4-BE49-F238E27FC236}">
                <a16:creationId xmlns:a16="http://schemas.microsoft.com/office/drawing/2014/main" id="{E60A063A-DD07-4E82-9217-A8AD06D7C94F}"/>
              </a:ext>
            </a:extLst>
          </p:cNvPr>
          <p:cNvSpPr>
            <a:spLocks noGrp="1"/>
          </p:cNvSpPr>
          <p:nvPr>
            <p:ph type="pic" sz="quarter" idx="22" hasCustomPrompt="1"/>
          </p:nvPr>
        </p:nvSpPr>
        <p:spPr>
          <a:xfrm>
            <a:off x="8920409" y="2804053"/>
            <a:ext cx="1487419" cy="1498417"/>
          </a:xfrm>
          <a:prstGeom prst="rect">
            <a:avLst/>
          </a:prstGeom>
        </p:spPr>
        <p:txBody>
          <a:bodyPr/>
          <a:lstStyle>
            <a:lvl1pPr marL="0" indent="0" algn="ctr">
              <a:buNone/>
              <a:defRPr/>
            </a:lvl1pPr>
          </a:lstStyle>
          <a:p>
            <a:r>
              <a:rPr lang="en-US"/>
              <a:t>Click to add photo</a:t>
            </a:r>
          </a:p>
        </p:txBody>
      </p:sp>
      <p:sp>
        <p:nvSpPr>
          <p:cNvPr id="19" name="Text Placeholder 10">
            <a:extLst>
              <a:ext uri="{FF2B5EF4-FFF2-40B4-BE49-F238E27FC236}">
                <a16:creationId xmlns:a16="http://schemas.microsoft.com/office/drawing/2014/main" id="{4194B9ED-C9B7-4850-B875-B179F9A6ADC4}"/>
              </a:ext>
            </a:extLst>
          </p:cNvPr>
          <p:cNvSpPr>
            <a:spLocks noGrp="1"/>
          </p:cNvSpPr>
          <p:nvPr>
            <p:ph type="body" sz="quarter" idx="23" hasCustomPrompt="1"/>
          </p:nvPr>
        </p:nvSpPr>
        <p:spPr>
          <a:xfrm>
            <a:off x="3860463" y="4570546"/>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20" name="Text Placeholder 10">
            <a:extLst>
              <a:ext uri="{FF2B5EF4-FFF2-40B4-BE49-F238E27FC236}">
                <a16:creationId xmlns:a16="http://schemas.microsoft.com/office/drawing/2014/main" id="{DBB00C57-7DE2-436D-8748-527515EE4A6A}"/>
              </a:ext>
            </a:extLst>
          </p:cNvPr>
          <p:cNvSpPr>
            <a:spLocks noGrp="1"/>
          </p:cNvSpPr>
          <p:nvPr>
            <p:ph type="body" sz="quarter" idx="24" hasCustomPrompt="1"/>
          </p:nvPr>
        </p:nvSpPr>
        <p:spPr>
          <a:xfrm>
            <a:off x="3860463" y="4886780"/>
            <a:ext cx="2118414"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21" name="Text Placeholder 10">
            <a:extLst>
              <a:ext uri="{FF2B5EF4-FFF2-40B4-BE49-F238E27FC236}">
                <a16:creationId xmlns:a16="http://schemas.microsoft.com/office/drawing/2014/main" id="{D6503F18-AEB2-4183-8F37-6BE4BBD66EE2}"/>
              </a:ext>
            </a:extLst>
          </p:cNvPr>
          <p:cNvSpPr>
            <a:spLocks noGrp="1"/>
          </p:cNvSpPr>
          <p:nvPr>
            <p:ph type="body" sz="quarter" idx="25" hasCustomPrompt="1"/>
          </p:nvPr>
        </p:nvSpPr>
        <p:spPr>
          <a:xfrm>
            <a:off x="6232687" y="4570546"/>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22" name="Text Placeholder 10">
            <a:extLst>
              <a:ext uri="{FF2B5EF4-FFF2-40B4-BE49-F238E27FC236}">
                <a16:creationId xmlns:a16="http://schemas.microsoft.com/office/drawing/2014/main" id="{D01AC31E-901A-4C34-A8AE-71C303E07F53}"/>
              </a:ext>
            </a:extLst>
          </p:cNvPr>
          <p:cNvSpPr>
            <a:spLocks noGrp="1"/>
          </p:cNvSpPr>
          <p:nvPr>
            <p:ph type="body" sz="quarter" idx="26" hasCustomPrompt="1"/>
          </p:nvPr>
        </p:nvSpPr>
        <p:spPr>
          <a:xfrm>
            <a:off x="6232687" y="4886780"/>
            <a:ext cx="2118414"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23" name="Text Placeholder 10">
            <a:extLst>
              <a:ext uri="{FF2B5EF4-FFF2-40B4-BE49-F238E27FC236}">
                <a16:creationId xmlns:a16="http://schemas.microsoft.com/office/drawing/2014/main" id="{F113CB6D-E397-418B-8738-D96E553ADD2F}"/>
              </a:ext>
            </a:extLst>
          </p:cNvPr>
          <p:cNvSpPr>
            <a:spLocks noGrp="1"/>
          </p:cNvSpPr>
          <p:nvPr>
            <p:ph type="body" sz="quarter" idx="27" hasCustomPrompt="1"/>
          </p:nvPr>
        </p:nvSpPr>
        <p:spPr>
          <a:xfrm>
            <a:off x="8604911" y="4570546"/>
            <a:ext cx="2118415"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24" name="Text Placeholder 10">
            <a:extLst>
              <a:ext uri="{FF2B5EF4-FFF2-40B4-BE49-F238E27FC236}">
                <a16:creationId xmlns:a16="http://schemas.microsoft.com/office/drawing/2014/main" id="{63EA5C1A-BB92-4C5E-BB99-A85B0B0FC499}"/>
              </a:ext>
            </a:extLst>
          </p:cNvPr>
          <p:cNvSpPr>
            <a:spLocks noGrp="1"/>
          </p:cNvSpPr>
          <p:nvPr>
            <p:ph type="body" sz="quarter" idx="28" hasCustomPrompt="1"/>
          </p:nvPr>
        </p:nvSpPr>
        <p:spPr>
          <a:xfrm>
            <a:off x="8604911" y="4886780"/>
            <a:ext cx="2118415"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26" name="Rectangle 25">
            <a:extLst>
              <a:ext uri="{FF2B5EF4-FFF2-40B4-BE49-F238E27FC236}">
                <a16:creationId xmlns:a16="http://schemas.microsoft.com/office/drawing/2014/main" id="{90E93D6C-0CD6-42A7-A2D2-C8582F7B353C}"/>
              </a:ext>
            </a:extLst>
          </p:cNvPr>
          <p:cNvSpPr/>
          <p:nvPr userDrawn="1"/>
        </p:nvSpPr>
        <p:spPr>
          <a:xfrm>
            <a:off x="1686323"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7D0FDBA-5294-4730-92D6-440AA8DE35AE}"/>
              </a:ext>
            </a:extLst>
          </p:cNvPr>
          <p:cNvSpPr/>
          <p:nvPr userDrawn="1"/>
        </p:nvSpPr>
        <p:spPr>
          <a:xfrm>
            <a:off x="4058547"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8E75564-AD04-4406-979E-AC0A8BE2AEFD}"/>
              </a:ext>
            </a:extLst>
          </p:cNvPr>
          <p:cNvSpPr/>
          <p:nvPr userDrawn="1"/>
        </p:nvSpPr>
        <p:spPr>
          <a:xfrm>
            <a:off x="6430771"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E7899F8-DBAB-4DCC-857C-94A3CF0FE542}"/>
              </a:ext>
            </a:extLst>
          </p:cNvPr>
          <p:cNvSpPr/>
          <p:nvPr userDrawn="1"/>
        </p:nvSpPr>
        <p:spPr>
          <a:xfrm>
            <a:off x="8802995"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41C8F6-B68C-4B34-A1EC-848B6301BE02}"/>
              </a:ext>
            </a:extLst>
          </p:cNvPr>
          <p:cNvSpPr>
            <a:spLocks noGrp="1"/>
          </p:cNvSpPr>
          <p:nvPr>
            <p:ph type="title" hasCustomPrompt="1"/>
          </p:nvPr>
        </p:nvSpPr>
        <p:spPr>
          <a:xfrm>
            <a:off x="2452698" y="1566777"/>
            <a:ext cx="7286604" cy="634323"/>
          </a:xfrm>
        </p:spPr>
        <p:txBody>
          <a:bodyPr anchor="t">
            <a:normAutofit/>
          </a:bodyPr>
          <a:lstStyle>
            <a:lvl1pPr algn="ctr">
              <a:lnSpc>
                <a:spcPct val="125000"/>
              </a:lnSpc>
              <a:defRPr sz="2800"/>
            </a:lvl1pPr>
          </a:lstStyle>
          <a:p>
            <a:r>
              <a:rPr lang="en-US"/>
              <a:t>Click to add title</a:t>
            </a:r>
          </a:p>
        </p:txBody>
      </p:sp>
    </p:spTree>
    <p:extLst>
      <p:ext uri="{BB962C8B-B14F-4D97-AF65-F5344CB8AC3E}">
        <p14:creationId xmlns:p14="http://schemas.microsoft.com/office/powerpoint/2010/main" val="17140602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e Full Team">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B7C369-B3B1-47DB-AFB5-4A2FA0A0469C}"/>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26EDB6E9-4285-4C1C-9752-2D43D60780B6}"/>
              </a:ext>
            </a:extLst>
          </p:cNvPr>
          <p:cNvSpPr>
            <a:spLocks noGrp="1"/>
          </p:cNvSpPr>
          <p:nvPr>
            <p:ph type="dt" sz="half" idx="10"/>
          </p:nvPr>
        </p:nvSpPr>
        <p:spPr/>
        <p:txBody>
          <a:bodyPr/>
          <a:lstStyle/>
          <a:p>
            <a:r>
              <a:rPr lang="en-US"/>
              <a:t>8/06/20XX</a:t>
            </a:r>
          </a:p>
        </p:txBody>
      </p:sp>
      <p:sp>
        <p:nvSpPr>
          <p:cNvPr id="4" name="Footer Placeholder 3">
            <a:extLst>
              <a:ext uri="{FF2B5EF4-FFF2-40B4-BE49-F238E27FC236}">
                <a16:creationId xmlns:a16="http://schemas.microsoft.com/office/drawing/2014/main" id="{B52EDB06-237E-4E77-B217-FD0E19A41086}"/>
              </a:ext>
            </a:extLst>
          </p:cNvPr>
          <p:cNvSpPr>
            <a:spLocks noGrp="1"/>
          </p:cNvSpPr>
          <p:nvPr>
            <p:ph type="ftr" sz="quarter" idx="11"/>
          </p:nvPr>
        </p:nvSpPr>
        <p:spPr/>
        <p:txBody>
          <a:bodyPr/>
          <a:lstStyle/>
          <a:p>
            <a:r>
              <a:rPr lang="en-US"/>
              <a:t>PITCH DECK</a:t>
            </a:r>
          </a:p>
        </p:txBody>
      </p:sp>
      <p:sp>
        <p:nvSpPr>
          <p:cNvPr id="5" name="Slide Number Placeholder 4">
            <a:extLst>
              <a:ext uri="{FF2B5EF4-FFF2-40B4-BE49-F238E27FC236}">
                <a16:creationId xmlns:a16="http://schemas.microsoft.com/office/drawing/2014/main" id="{A0BACDA0-CD42-4B14-A524-FF6FF7E28A6A}"/>
              </a:ext>
            </a:extLst>
          </p:cNvPr>
          <p:cNvSpPr>
            <a:spLocks noGrp="1"/>
          </p:cNvSpPr>
          <p:nvPr>
            <p:ph type="sldNum" sz="quarter" idx="12"/>
          </p:nvPr>
        </p:nvSpPr>
        <p:spPr/>
        <p:txBody>
          <a:bodyPr/>
          <a:lstStyle/>
          <a:p>
            <a:fld id="{A402E4C0-AD5E-4E8C-9F21-7CCE474BDCEB}" type="slidenum">
              <a:rPr lang="en-US" smtClean="0"/>
              <a:pPr/>
              <a:t>‹#›</a:t>
            </a:fld>
            <a:endParaRPr lang="en-US"/>
          </a:p>
        </p:txBody>
      </p:sp>
      <p:sp>
        <p:nvSpPr>
          <p:cNvPr id="11" name="Rectangle 10">
            <a:extLst>
              <a:ext uri="{FF2B5EF4-FFF2-40B4-BE49-F238E27FC236}">
                <a16:creationId xmlns:a16="http://schemas.microsoft.com/office/drawing/2014/main" id="{C8C5DE79-8AB4-425F-A9CB-B17901806732}"/>
              </a:ext>
            </a:extLst>
          </p:cNvPr>
          <p:cNvSpPr/>
          <p:nvPr userDrawn="1"/>
        </p:nvSpPr>
        <p:spPr>
          <a:xfrm>
            <a:off x="739302" y="739302"/>
            <a:ext cx="10713396" cy="5379396"/>
          </a:xfrm>
          <a:prstGeom prst="rect">
            <a:avLst/>
          </a:prstGeom>
          <a:solidFill>
            <a:schemeClr val="bg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10">
            <a:extLst>
              <a:ext uri="{FF2B5EF4-FFF2-40B4-BE49-F238E27FC236}">
                <a16:creationId xmlns:a16="http://schemas.microsoft.com/office/drawing/2014/main" id="{A8FDD580-B69C-4AF1-9C0C-1CF94ECEB278}"/>
              </a:ext>
            </a:extLst>
          </p:cNvPr>
          <p:cNvSpPr>
            <a:spLocks noGrp="1"/>
          </p:cNvSpPr>
          <p:nvPr>
            <p:ph type="body" sz="quarter" idx="18" hasCustomPrompt="1"/>
          </p:nvPr>
        </p:nvSpPr>
        <p:spPr>
          <a:xfrm>
            <a:off x="1418477" y="5098599"/>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32" name="Text Placeholder 10">
            <a:extLst>
              <a:ext uri="{FF2B5EF4-FFF2-40B4-BE49-F238E27FC236}">
                <a16:creationId xmlns:a16="http://schemas.microsoft.com/office/drawing/2014/main" id="{7A72E08F-5B05-415B-A503-4CED86D11FE1}"/>
              </a:ext>
            </a:extLst>
          </p:cNvPr>
          <p:cNvSpPr>
            <a:spLocks noGrp="1"/>
          </p:cNvSpPr>
          <p:nvPr>
            <p:ph type="body" sz="quarter" idx="19" hasCustomPrompt="1"/>
          </p:nvPr>
        </p:nvSpPr>
        <p:spPr>
          <a:xfrm>
            <a:off x="1418477" y="5414833"/>
            <a:ext cx="2118414"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36" name="Text Placeholder 10">
            <a:extLst>
              <a:ext uri="{FF2B5EF4-FFF2-40B4-BE49-F238E27FC236}">
                <a16:creationId xmlns:a16="http://schemas.microsoft.com/office/drawing/2014/main" id="{02D7BE41-1227-4D94-AC6E-F4D007491740}"/>
              </a:ext>
            </a:extLst>
          </p:cNvPr>
          <p:cNvSpPr>
            <a:spLocks noGrp="1"/>
          </p:cNvSpPr>
          <p:nvPr>
            <p:ph type="body" sz="quarter" idx="23" hasCustomPrompt="1"/>
          </p:nvPr>
        </p:nvSpPr>
        <p:spPr>
          <a:xfrm>
            <a:off x="3839016" y="5098599"/>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37" name="Text Placeholder 10">
            <a:extLst>
              <a:ext uri="{FF2B5EF4-FFF2-40B4-BE49-F238E27FC236}">
                <a16:creationId xmlns:a16="http://schemas.microsoft.com/office/drawing/2014/main" id="{C7E8138A-A795-4EF2-B1FF-1A36693A3593}"/>
              </a:ext>
            </a:extLst>
          </p:cNvPr>
          <p:cNvSpPr>
            <a:spLocks noGrp="1"/>
          </p:cNvSpPr>
          <p:nvPr>
            <p:ph type="body" sz="quarter" idx="24" hasCustomPrompt="1"/>
          </p:nvPr>
        </p:nvSpPr>
        <p:spPr>
          <a:xfrm>
            <a:off x="3839016" y="5414833"/>
            <a:ext cx="2118414"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38" name="Text Placeholder 10">
            <a:extLst>
              <a:ext uri="{FF2B5EF4-FFF2-40B4-BE49-F238E27FC236}">
                <a16:creationId xmlns:a16="http://schemas.microsoft.com/office/drawing/2014/main" id="{77F66B66-F2E4-439A-A7DF-A9A64B0DF7BB}"/>
              </a:ext>
            </a:extLst>
          </p:cNvPr>
          <p:cNvSpPr>
            <a:spLocks noGrp="1"/>
          </p:cNvSpPr>
          <p:nvPr>
            <p:ph type="body" sz="quarter" idx="25" hasCustomPrompt="1"/>
          </p:nvPr>
        </p:nvSpPr>
        <p:spPr>
          <a:xfrm>
            <a:off x="6259555" y="5098599"/>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39" name="Text Placeholder 10">
            <a:extLst>
              <a:ext uri="{FF2B5EF4-FFF2-40B4-BE49-F238E27FC236}">
                <a16:creationId xmlns:a16="http://schemas.microsoft.com/office/drawing/2014/main" id="{13CDFA66-0739-48E3-97B6-F63F13A0A838}"/>
              </a:ext>
            </a:extLst>
          </p:cNvPr>
          <p:cNvSpPr>
            <a:spLocks noGrp="1"/>
          </p:cNvSpPr>
          <p:nvPr>
            <p:ph type="body" sz="quarter" idx="26" hasCustomPrompt="1"/>
          </p:nvPr>
        </p:nvSpPr>
        <p:spPr>
          <a:xfrm>
            <a:off x="6259555" y="5414833"/>
            <a:ext cx="2118414"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40" name="Text Placeholder 10">
            <a:extLst>
              <a:ext uri="{FF2B5EF4-FFF2-40B4-BE49-F238E27FC236}">
                <a16:creationId xmlns:a16="http://schemas.microsoft.com/office/drawing/2014/main" id="{B4EE4B66-F80E-45BB-B2FE-CC11E1FBAF24}"/>
              </a:ext>
            </a:extLst>
          </p:cNvPr>
          <p:cNvSpPr>
            <a:spLocks noGrp="1"/>
          </p:cNvSpPr>
          <p:nvPr>
            <p:ph type="body" sz="quarter" idx="27" hasCustomPrompt="1"/>
          </p:nvPr>
        </p:nvSpPr>
        <p:spPr>
          <a:xfrm>
            <a:off x="8680094" y="5098599"/>
            <a:ext cx="2118415"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41" name="Text Placeholder 10">
            <a:extLst>
              <a:ext uri="{FF2B5EF4-FFF2-40B4-BE49-F238E27FC236}">
                <a16:creationId xmlns:a16="http://schemas.microsoft.com/office/drawing/2014/main" id="{51F734C1-F867-4FB6-A239-D99ED9E4C54D}"/>
              </a:ext>
            </a:extLst>
          </p:cNvPr>
          <p:cNvSpPr>
            <a:spLocks noGrp="1"/>
          </p:cNvSpPr>
          <p:nvPr>
            <p:ph type="body" sz="quarter" idx="28" hasCustomPrompt="1"/>
          </p:nvPr>
        </p:nvSpPr>
        <p:spPr>
          <a:xfrm>
            <a:off x="8680094" y="5414833"/>
            <a:ext cx="2118415"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62" name="Picture Placeholder 9">
            <a:extLst>
              <a:ext uri="{FF2B5EF4-FFF2-40B4-BE49-F238E27FC236}">
                <a16:creationId xmlns:a16="http://schemas.microsoft.com/office/drawing/2014/main" id="{11E88FD1-69BB-4254-81B8-7B383CE8D2D0}"/>
              </a:ext>
            </a:extLst>
          </p:cNvPr>
          <p:cNvSpPr>
            <a:spLocks noGrp="1"/>
          </p:cNvSpPr>
          <p:nvPr>
            <p:ph type="pic" sz="quarter" idx="29" hasCustomPrompt="1"/>
          </p:nvPr>
        </p:nvSpPr>
        <p:spPr>
          <a:xfrm>
            <a:off x="2002390" y="2327255"/>
            <a:ext cx="950588" cy="685062"/>
          </a:xfrm>
          <a:prstGeom prst="rect">
            <a:avLst/>
          </a:prstGeom>
        </p:spPr>
        <p:txBody>
          <a:bodyPr anchor="ctr">
            <a:normAutofit/>
          </a:bodyPr>
          <a:lstStyle>
            <a:lvl1pPr marL="0" indent="0" algn="ctr">
              <a:buNone/>
              <a:defRPr sz="1200"/>
            </a:lvl1pPr>
          </a:lstStyle>
          <a:p>
            <a:r>
              <a:rPr lang="en-US"/>
              <a:t>Click to add photo</a:t>
            </a:r>
          </a:p>
        </p:txBody>
      </p:sp>
      <p:sp>
        <p:nvSpPr>
          <p:cNvPr id="63" name="Text Placeholder 10">
            <a:extLst>
              <a:ext uri="{FF2B5EF4-FFF2-40B4-BE49-F238E27FC236}">
                <a16:creationId xmlns:a16="http://schemas.microsoft.com/office/drawing/2014/main" id="{E6EBB7F2-ABDB-41F2-8A6B-93196276ABF5}"/>
              </a:ext>
            </a:extLst>
          </p:cNvPr>
          <p:cNvSpPr>
            <a:spLocks noGrp="1"/>
          </p:cNvSpPr>
          <p:nvPr>
            <p:ph type="body" sz="quarter" idx="30" hasCustomPrompt="1"/>
          </p:nvPr>
        </p:nvSpPr>
        <p:spPr>
          <a:xfrm>
            <a:off x="1418477" y="3263610"/>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64" name="Text Placeholder 10">
            <a:extLst>
              <a:ext uri="{FF2B5EF4-FFF2-40B4-BE49-F238E27FC236}">
                <a16:creationId xmlns:a16="http://schemas.microsoft.com/office/drawing/2014/main" id="{4D66759F-DBAD-46B4-929C-18F2FB541B00}"/>
              </a:ext>
            </a:extLst>
          </p:cNvPr>
          <p:cNvSpPr>
            <a:spLocks noGrp="1"/>
          </p:cNvSpPr>
          <p:nvPr>
            <p:ph type="body" sz="quarter" idx="31" hasCustomPrompt="1"/>
          </p:nvPr>
        </p:nvSpPr>
        <p:spPr>
          <a:xfrm>
            <a:off x="1418477" y="3579845"/>
            <a:ext cx="2118414"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68" name="Text Placeholder 10">
            <a:extLst>
              <a:ext uri="{FF2B5EF4-FFF2-40B4-BE49-F238E27FC236}">
                <a16:creationId xmlns:a16="http://schemas.microsoft.com/office/drawing/2014/main" id="{07D90C20-BFF7-4D04-AD95-1861DF74509F}"/>
              </a:ext>
            </a:extLst>
          </p:cNvPr>
          <p:cNvSpPr>
            <a:spLocks noGrp="1"/>
          </p:cNvSpPr>
          <p:nvPr>
            <p:ph type="body" sz="quarter" idx="35" hasCustomPrompt="1"/>
          </p:nvPr>
        </p:nvSpPr>
        <p:spPr>
          <a:xfrm>
            <a:off x="3839016" y="3263610"/>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69" name="Text Placeholder 10">
            <a:extLst>
              <a:ext uri="{FF2B5EF4-FFF2-40B4-BE49-F238E27FC236}">
                <a16:creationId xmlns:a16="http://schemas.microsoft.com/office/drawing/2014/main" id="{EF54F366-5FD7-4707-A0E3-FAFA53156C29}"/>
              </a:ext>
            </a:extLst>
          </p:cNvPr>
          <p:cNvSpPr>
            <a:spLocks noGrp="1"/>
          </p:cNvSpPr>
          <p:nvPr>
            <p:ph type="body" sz="quarter" idx="36" hasCustomPrompt="1"/>
          </p:nvPr>
        </p:nvSpPr>
        <p:spPr>
          <a:xfrm>
            <a:off x="3839016" y="3579845"/>
            <a:ext cx="2118414"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70" name="Text Placeholder 10">
            <a:extLst>
              <a:ext uri="{FF2B5EF4-FFF2-40B4-BE49-F238E27FC236}">
                <a16:creationId xmlns:a16="http://schemas.microsoft.com/office/drawing/2014/main" id="{A51158F4-509A-44E4-A601-2CD7AEDE7380}"/>
              </a:ext>
            </a:extLst>
          </p:cNvPr>
          <p:cNvSpPr>
            <a:spLocks noGrp="1"/>
          </p:cNvSpPr>
          <p:nvPr>
            <p:ph type="body" sz="quarter" idx="37" hasCustomPrompt="1"/>
          </p:nvPr>
        </p:nvSpPr>
        <p:spPr>
          <a:xfrm>
            <a:off x="6259555" y="3263610"/>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71" name="Text Placeholder 10">
            <a:extLst>
              <a:ext uri="{FF2B5EF4-FFF2-40B4-BE49-F238E27FC236}">
                <a16:creationId xmlns:a16="http://schemas.microsoft.com/office/drawing/2014/main" id="{DA9AC8DA-4C66-4D66-9075-59DC95E2AC33}"/>
              </a:ext>
            </a:extLst>
          </p:cNvPr>
          <p:cNvSpPr>
            <a:spLocks noGrp="1"/>
          </p:cNvSpPr>
          <p:nvPr>
            <p:ph type="body" sz="quarter" idx="38" hasCustomPrompt="1"/>
          </p:nvPr>
        </p:nvSpPr>
        <p:spPr>
          <a:xfrm>
            <a:off x="6259555" y="3579845"/>
            <a:ext cx="2118414"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72" name="Text Placeholder 10">
            <a:extLst>
              <a:ext uri="{FF2B5EF4-FFF2-40B4-BE49-F238E27FC236}">
                <a16:creationId xmlns:a16="http://schemas.microsoft.com/office/drawing/2014/main" id="{F3A598D9-D412-4C15-A31C-3A4842B32E1F}"/>
              </a:ext>
            </a:extLst>
          </p:cNvPr>
          <p:cNvSpPr>
            <a:spLocks noGrp="1"/>
          </p:cNvSpPr>
          <p:nvPr>
            <p:ph type="body" sz="quarter" idx="39" hasCustomPrompt="1"/>
          </p:nvPr>
        </p:nvSpPr>
        <p:spPr>
          <a:xfrm>
            <a:off x="8680094" y="3263610"/>
            <a:ext cx="2118415"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73" name="Text Placeholder 10">
            <a:extLst>
              <a:ext uri="{FF2B5EF4-FFF2-40B4-BE49-F238E27FC236}">
                <a16:creationId xmlns:a16="http://schemas.microsoft.com/office/drawing/2014/main" id="{14A0A9AD-40F7-4203-917C-8BFBF4FCF2C0}"/>
              </a:ext>
            </a:extLst>
          </p:cNvPr>
          <p:cNvSpPr>
            <a:spLocks noGrp="1"/>
          </p:cNvSpPr>
          <p:nvPr>
            <p:ph type="body" sz="quarter" idx="40" hasCustomPrompt="1"/>
          </p:nvPr>
        </p:nvSpPr>
        <p:spPr>
          <a:xfrm>
            <a:off x="8680094" y="3579845"/>
            <a:ext cx="2118415"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74" name="Rectangle 73">
            <a:extLst>
              <a:ext uri="{FF2B5EF4-FFF2-40B4-BE49-F238E27FC236}">
                <a16:creationId xmlns:a16="http://schemas.microsoft.com/office/drawing/2014/main" id="{129E220D-4268-4E0B-B292-D87F92DF6ED3}"/>
              </a:ext>
            </a:extLst>
          </p:cNvPr>
          <p:cNvSpPr/>
          <p:nvPr userDrawn="1"/>
        </p:nvSpPr>
        <p:spPr>
          <a:xfrm>
            <a:off x="1947081" y="2272648"/>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Picture Placeholder 9">
            <a:extLst>
              <a:ext uri="{FF2B5EF4-FFF2-40B4-BE49-F238E27FC236}">
                <a16:creationId xmlns:a16="http://schemas.microsoft.com/office/drawing/2014/main" id="{2DB6BDC2-D18B-4AF7-9B33-2FB86D67A64A}"/>
              </a:ext>
            </a:extLst>
          </p:cNvPr>
          <p:cNvSpPr>
            <a:spLocks noGrp="1"/>
          </p:cNvSpPr>
          <p:nvPr>
            <p:ph type="pic" sz="quarter" idx="41" hasCustomPrompt="1"/>
          </p:nvPr>
        </p:nvSpPr>
        <p:spPr>
          <a:xfrm>
            <a:off x="2002390" y="4154796"/>
            <a:ext cx="950588" cy="685062"/>
          </a:xfrm>
          <a:prstGeom prst="rect">
            <a:avLst/>
          </a:prstGeom>
        </p:spPr>
        <p:txBody>
          <a:bodyPr anchor="ctr">
            <a:normAutofit/>
          </a:bodyPr>
          <a:lstStyle>
            <a:lvl1pPr marL="0" indent="0" algn="ctr">
              <a:buNone/>
              <a:defRPr sz="1200"/>
            </a:lvl1pPr>
          </a:lstStyle>
          <a:p>
            <a:r>
              <a:rPr lang="en-US"/>
              <a:t>Click to add photo</a:t>
            </a:r>
          </a:p>
        </p:txBody>
      </p:sp>
      <p:sp>
        <p:nvSpPr>
          <p:cNvPr id="79" name="Rectangle 78">
            <a:extLst>
              <a:ext uri="{FF2B5EF4-FFF2-40B4-BE49-F238E27FC236}">
                <a16:creationId xmlns:a16="http://schemas.microsoft.com/office/drawing/2014/main" id="{CB9D855A-B11D-44DC-BBE1-7BA68BD18E68}"/>
              </a:ext>
            </a:extLst>
          </p:cNvPr>
          <p:cNvSpPr/>
          <p:nvPr userDrawn="1"/>
        </p:nvSpPr>
        <p:spPr>
          <a:xfrm>
            <a:off x="1947081" y="4100189"/>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Picture Placeholder 9">
            <a:extLst>
              <a:ext uri="{FF2B5EF4-FFF2-40B4-BE49-F238E27FC236}">
                <a16:creationId xmlns:a16="http://schemas.microsoft.com/office/drawing/2014/main" id="{D12B69C6-4468-4017-A141-0864B9065E88}"/>
              </a:ext>
            </a:extLst>
          </p:cNvPr>
          <p:cNvSpPr>
            <a:spLocks noGrp="1"/>
          </p:cNvSpPr>
          <p:nvPr>
            <p:ph type="pic" sz="quarter" idx="42" hasCustomPrompt="1"/>
          </p:nvPr>
        </p:nvSpPr>
        <p:spPr>
          <a:xfrm>
            <a:off x="4422929" y="2319234"/>
            <a:ext cx="950588" cy="685062"/>
          </a:xfrm>
          <a:prstGeom prst="rect">
            <a:avLst/>
          </a:prstGeom>
        </p:spPr>
        <p:txBody>
          <a:bodyPr anchor="ctr">
            <a:normAutofit/>
          </a:bodyPr>
          <a:lstStyle>
            <a:lvl1pPr marL="0" indent="0" algn="ctr">
              <a:buNone/>
              <a:defRPr sz="1200"/>
            </a:lvl1pPr>
          </a:lstStyle>
          <a:p>
            <a:r>
              <a:rPr lang="en-US"/>
              <a:t>Click to add photo</a:t>
            </a:r>
          </a:p>
        </p:txBody>
      </p:sp>
      <p:sp>
        <p:nvSpPr>
          <p:cNvPr id="81" name="Rectangle 80">
            <a:extLst>
              <a:ext uri="{FF2B5EF4-FFF2-40B4-BE49-F238E27FC236}">
                <a16:creationId xmlns:a16="http://schemas.microsoft.com/office/drawing/2014/main" id="{E874C203-B833-4D0D-9674-D25DFA3F9606}"/>
              </a:ext>
            </a:extLst>
          </p:cNvPr>
          <p:cNvSpPr/>
          <p:nvPr userDrawn="1"/>
        </p:nvSpPr>
        <p:spPr>
          <a:xfrm>
            <a:off x="4367620" y="2264627"/>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Picture Placeholder 9">
            <a:extLst>
              <a:ext uri="{FF2B5EF4-FFF2-40B4-BE49-F238E27FC236}">
                <a16:creationId xmlns:a16="http://schemas.microsoft.com/office/drawing/2014/main" id="{0B83E94D-7A2E-4F82-9F6F-414BB1EE1F9D}"/>
              </a:ext>
            </a:extLst>
          </p:cNvPr>
          <p:cNvSpPr>
            <a:spLocks noGrp="1"/>
          </p:cNvSpPr>
          <p:nvPr>
            <p:ph type="pic" sz="quarter" idx="43" hasCustomPrompt="1"/>
          </p:nvPr>
        </p:nvSpPr>
        <p:spPr>
          <a:xfrm>
            <a:off x="4422929" y="4146775"/>
            <a:ext cx="950588" cy="685062"/>
          </a:xfrm>
          <a:prstGeom prst="rect">
            <a:avLst/>
          </a:prstGeom>
        </p:spPr>
        <p:txBody>
          <a:bodyPr anchor="ctr">
            <a:normAutofit/>
          </a:bodyPr>
          <a:lstStyle>
            <a:lvl1pPr marL="0" indent="0" algn="ctr">
              <a:buNone/>
              <a:defRPr sz="1200"/>
            </a:lvl1pPr>
          </a:lstStyle>
          <a:p>
            <a:r>
              <a:rPr lang="en-US"/>
              <a:t>Click to add photo</a:t>
            </a:r>
          </a:p>
        </p:txBody>
      </p:sp>
      <p:sp>
        <p:nvSpPr>
          <p:cNvPr id="83" name="Rectangle 82">
            <a:extLst>
              <a:ext uri="{FF2B5EF4-FFF2-40B4-BE49-F238E27FC236}">
                <a16:creationId xmlns:a16="http://schemas.microsoft.com/office/drawing/2014/main" id="{454DE692-CD53-4D36-9E21-EDBFA9779183}"/>
              </a:ext>
            </a:extLst>
          </p:cNvPr>
          <p:cNvSpPr/>
          <p:nvPr userDrawn="1"/>
        </p:nvSpPr>
        <p:spPr>
          <a:xfrm>
            <a:off x="4367620" y="4092168"/>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Picture Placeholder 9">
            <a:extLst>
              <a:ext uri="{FF2B5EF4-FFF2-40B4-BE49-F238E27FC236}">
                <a16:creationId xmlns:a16="http://schemas.microsoft.com/office/drawing/2014/main" id="{722A2533-C7FE-4FF8-88EA-CC5A72E587E0}"/>
              </a:ext>
            </a:extLst>
          </p:cNvPr>
          <p:cNvSpPr>
            <a:spLocks noGrp="1"/>
          </p:cNvSpPr>
          <p:nvPr>
            <p:ph type="pic" sz="quarter" idx="44" hasCustomPrompt="1"/>
          </p:nvPr>
        </p:nvSpPr>
        <p:spPr>
          <a:xfrm>
            <a:off x="6843468" y="2323944"/>
            <a:ext cx="950588" cy="685062"/>
          </a:xfrm>
          <a:prstGeom prst="rect">
            <a:avLst/>
          </a:prstGeom>
        </p:spPr>
        <p:txBody>
          <a:bodyPr anchor="ctr">
            <a:normAutofit/>
          </a:bodyPr>
          <a:lstStyle>
            <a:lvl1pPr marL="0" indent="0" algn="ctr">
              <a:buNone/>
              <a:defRPr sz="1200"/>
            </a:lvl1pPr>
          </a:lstStyle>
          <a:p>
            <a:r>
              <a:rPr lang="en-US"/>
              <a:t>Click to add photo</a:t>
            </a:r>
          </a:p>
        </p:txBody>
      </p:sp>
      <p:sp>
        <p:nvSpPr>
          <p:cNvPr id="85" name="Rectangle 84">
            <a:extLst>
              <a:ext uri="{FF2B5EF4-FFF2-40B4-BE49-F238E27FC236}">
                <a16:creationId xmlns:a16="http://schemas.microsoft.com/office/drawing/2014/main" id="{60564730-564F-4992-974D-020B105689EE}"/>
              </a:ext>
            </a:extLst>
          </p:cNvPr>
          <p:cNvSpPr/>
          <p:nvPr userDrawn="1"/>
        </p:nvSpPr>
        <p:spPr>
          <a:xfrm>
            <a:off x="6788159" y="2269337"/>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Picture Placeholder 9">
            <a:extLst>
              <a:ext uri="{FF2B5EF4-FFF2-40B4-BE49-F238E27FC236}">
                <a16:creationId xmlns:a16="http://schemas.microsoft.com/office/drawing/2014/main" id="{3FF1C129-85E6-40AA-8026-14C47F0F038C}"/>
              </a:ext>
            </a:extLst>
          </p:cNvPr>
          <p:cNvSpPr>
            <a:spLocks noGrp="1"/>
          </p:cNvSpPr>
          <p:nvPr>
            <p:ph type="pic" sz="quarter" idx="45" hasCustomPrompt="1"/>
          </p:nvPr>
        </p:nvSpPr>
        <p:spPr>
          <a:xfrm>
            <a:off x="6843468" y="4151485"/>
            <a:ext cx="950588" cy="685062"/>
          </a:xfrm>
          <a:prstGeom prst="rect">
            <a:avLst/>
          </a:prstGeom>
        </p:spPr>
        <p:txBody>
          <a:bodyPr anchor="ctr">
            <a:normAutofit/>
          </a:bodyPr>
          <a:lstStyle>
            <a:lvl1pPr marL="0" indent="0" algn="ctr">
              <a:buNone/>
              <a:defRPr sz="1200"/>
            </a:lvl1pPr>
          </a:lstStyle>
          <a:p>
            <a:r>
              <a:rPr lang="en-US"/>
              <a:t>Click to add photo</a:t>
            </a:r>
          </a:p>
        </p:txBody>
      </p:sp>
      <p:sp>
        <p:nvSpPr>
          <p:cNvPr id="87" name="Rectangle 86">
            <a:extLst>
              <a:ext uri="{FF2B5EF4-FFF2-40B4-BE49-F238E27FC236}">
                <a16:creationId xmlns:a16="http://schemas.microsoft.com/office/drawing/2014/main" id="{3E7D63A3-3C58-4F80-B353-C26650B97F55}"/>
              </a:ext>
            </a:extLst>
          </p:cNvPr>
          <p:cNvSpPr/>
          <p:nvPr userDrawn="1"/>
        </p:nvSpPr>
        <p:spPr>
          <a:xfrm>
            <a:off x="6788159" y="4096878"/>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Picture Placeholder 9">
            <a:extLst>
              <a:ext uri="{FF2B5EF4-FFF2-40B4-BE49-F238E27FC236}">
                <a16:creationId xmlns:a16="http://schemas.microsoft.com/office/drawing/2014/main" id="{C78943C0-07AD-428D-A010-64CDDC815654}"/>
              </a:ext>
            </a:extLst>
          </p:cNvPr>
          <p:cNvSpPr>
            <a:spLocks noGrp="1"/>
          </p:cNvSpPr>
          <p:nvPr>
            <p:ph type="pic" sz="quarter" idx="46" hasCustomPrompt="1"/>
          </p:nvPr>
        </p:nvSpPr>
        <p:spPr>
          <a:xfrm>
            <a:off x="9264007" y="2315923"/>
            <a:ext cx="950588" cy="685062"/>
          </a:xfrm>
          <a:prstGeom prst="rect">
            <a:avLst/>
          </a:prstGeom>
        </p:spPr>
        <p:txBody>
          <a:bodyPr anchor="ctr">
            <a:normAutofit/>
          </a:bodyPr>
          <a:lstStyle>
            <a:lvl1pPr marL="0" indent="0" algn="ctr">
              <a:buNone/>
              <a:defRPr sz="1200"/>
            </a:lvl1pPr>
          </a:lstStyle>
          <a:p>
            <a:r>
              <a:rPr lang="en-US"/>
              <a:t>Click to add photo</a:t>
            </a:r>
          </a:p>
        </p:txBody>
      </p:sp>
      <p:sp>
        <p:nvSpPr>
          <p:cNvPr id="89" name="Rectangle 88">
            <a:extLst>
              <a:ext uri="{FF2B5EF4-FFF2-40B4-BE49-F238E27FC236}">
                <a16:creationId xmlns:a16="http://schemas.microsoft.com/office/drawing/2014/main" id="{44D0D2B8-EB2F-407A-A7DF-29BF878D0C97}"/>
              </a:ext>
            </a:extLst>
          </p:cNvPr>
          <p:cNvSpPr/>
          <p:nvPr userDrawn="1"/>
        </p:nvSpPr>
        <p:spPr>
          <a:xfrm>
            <a:off x="9208698" y="2261316"/>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Picture Placeholder 9">
            <a:extLst>
              <a:ext uri="{FF2B5EF4-FFF2-40B4-BE49-F238E27FC236}">
                <a16:creationId xmlns:a16="http://schemas.microsoft.com/office/drawing/2014/main" id="{9F5D0399-2186-4D0F-B2B6-FB29536013E2}"/>
              </a:ext>
            </a:extLst>
          </p:cNvPr>
          <p:cNvSpPr>
            <a:spLocks noGrp="1"/>
          </p:cNvSpPr>
          <p:nvPr>
            <p:ph type="pic" sz="quarter" idx="47" hasCustomPrompt="1"/>
          </p:nvPr>
        </p:nvSpPr>
        <p:spPr>
          <a:xfrm>
            <a:off x="9264007" y="4143464"/>
            <a:ext cx="950588" cy="685062"/>
          </a:xfrm>
          <a:prstGeom prst="rect">
            <a:avLst/>
          </a:prstGeom>
        </p:spPr>
        <p:txBody>
          <a:bodyPr anchor="ctr">
            <a:normAutofit/>
          </a:bodyPr>
          <a:lstStyle>
            <a:lvl1pPr marL="0" indent="0" algn="ctr">
              <a:buNone/>
              <a:defRPr sz="1200"/>
            </a:lvl1pPr>
          </a:lstStyle>
          <a:p>
            <a:r>
              <a:rPr lang="en-US"/>
              <a:t>Click to add photo</a:t>
            </a:r>
          </a:p>
        </p:txBody>
      </p:sp>
      <p:sp>
        <p:nvSpPr>
          <p:cNvPr id="91" name="Rectangle 90">
            <a:extLst>
              <a:ext uri="{FF2B5EF4-FFF2-40B4-BE49-F238E27FC236}">
                <a16:creationId xmlns:a16="http://schemas.microsoft.com/office/drawing/2014/main" id="{A161A1AC-702C-4209-BE7C-E51F7434B5B5}"/>
              </a:ext>
            </a:extLst>
          </p:cNvPr>
          <p:cNvSpPr/>
          <p:nvPr userDrawn="1"/>
        </p:nvSpPr>
        <p:spPr>
          <a:xfrm>
            <a:off x="9208698" y="4088857"/>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itle 1">
            <a:extLst>
              <a:ext uri="{FF2B5EF4-FFF2-40B4-BE49-F238E27FC236}">
                <a16:creationId xmlns:a16="http://schemas.microsoft.com/office/drawing/2014/main" id="{8ADA00ED-298B-444A-A7F5-508EDBA56FC5}"/>
              </a:ext>
            </a:extLst>
          </p:cNvPr>
          <p:cNvSpPr>
            <a:spLocks noGrp="1"/>
          </p:cNvSpPr>
          <p:nvPr>
            <p:ph type="title" hasCustomPrompt="1"/>
          </p:nvPr>
        </p:nvSpPr>
        <p:spPr>
          <a:xfrm>
            <a:off x="2452698" y="1187753"/>
            <a:ext cx="7286604" cy="634323"/>
          </a:xfrm>
        </p:spPr>
        <p:txBody>
          <a:bodyPr anchor="t">
            <a:normAutofit/>
          </a:bodyPr>
          <a:lstStyle>
            <a:lvl1pPr algn="ctr">
              <a:lnSpc>
                <a:spcPct val="125000"/>
              </a:lnSpc>
              <a:defRPr sz="2800"/>
            </a:lvl1pPr>
          </a:lstStyle>
          <a:p>
            <a:r>
              <a:rPr lang="en-US"/>
              <a:t>Click to add title</a:t>
            </a:r>
          </a:p>
        </p:txBody>
      </p:sp>
    </p:spTree>
    <p:extLst>
      <p:ext uri="{BB962C8B-B14F-4D97-AF65-F5344CB8AC3E}">
        <p14:creationId xmlns:p14="http://schemas.microsoft.com/office/powerpoint/2010/main" val="1977886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FBC2989-2CED-47FB-8D23-FF60F2561EAD}"/>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BA429704-4AB7-47AB-8C1F-4C2E4C99A10E}"/>
              </a:ext>
            </a:extLst>
          </p:cNvPr>
          <p:cNvSpPr>
            <a:spLocks noGrp="1"/>
          </p:cNvSpPr>
          <p:nvPr>
            <p:ph type="dt" sz="half" idx="10"/>
          </p:nvPr>
        </p:nvSpPr>
        <p:spPr/>
        <p:txBody>
          <a:bodyPr/>
          <a:lstStyle/>
          <a:p>
            <a:r>
              <a:rPr lang="en-US"/>
              <a:t>8/06/20XX</a:t>
            </a:r>
          </a:p>
        </p:txBody>
      </p:sp>
      <p:sp>
        <p:nvSpPr>
          <p:cNvPr id="4" name="Footer Placeholder 3">
            <a:extLst>
              <a:ext uri="{FF2B5EF4-FFF2-40B4-BE49-F238E27FC236}">
                <a16:creationId xmlns:a16="http://schemas.microsoft.com/office/drawing/2014/main" id="{B0348280-3106-454C-9D69-9BD1267B1811}"/>
              </a:ext>
            </a:extLst>
          </p:cNvPr>
          <p:cNvSpPr>
            <a:spLocks noGrp="1"/>
          </p:cNvSpPr>
          <p:nvPr>
            <p:ph type="ftr" sz="quarter" idx="11"/>
          </p:nvPr>
        </p:nvSpPr>
        <p:spPr/>
        <p:txBody>
          <a:bodyPr/>
          <a:lstStyle/>
          <a:p>
            <a:r>
              <a:rPr lang="en-US"/>
              <a:t>PITCH DECK</a:t>
            </a:r>
          </a:p>
        </p:txBody>
      </p:sp>
      <p:sp>
        <p:nvSpPr>
          <p:cNvPr id="5" name="Slide Number Placeholder 4">
            <a:extLst>
              <a:ext uri="{FF2B5EF4-FFF2-40B4-BE49-F238E27FC236}">
                <a16:creationId xmlns:a16="http://schemas.microsoft.com/office/drawing/2014/main" id="{09426433-6916-408B-BE80-EB35C693077C}"/>
              </a:ext>
            </a:extLst>
          </p:cNvPr>
          <p:cNvSpPr>
            <a:spLocks noGrp="1"/>
          </p:cNvSpPr>
          <p:nvPr>
            <p:ph type="sldNum" sz="quarter" idx="12"/>
          </p:nvPr>
        </p:nvSpPr>
        <p:spPr/>
        <p:txBody>
          <a:bodyPr/>
          <a:lstStyle/>
          <a:p>
            <a:fld id="{A402E4C0-AD5E-4E8C-9F21-7CCE474BDCEB}" type="slidenum">
              <a:rPr lang="en-US" smtClean="0"/>
              <a:pPr/>
              <a:t>‹#›</a:t>
            </a:fld>
            <a:endParaRPr lang="en-US"/>
          </a:p>
        </p:txBody>
      </p:sp>
      <p:sp>
        <p:nvSpPr>
          <p:cNvPr id="34" name="Rectangle 33">
            <a:extLst>
              <a:ext uri="{FF2B5EF4-FFF2-40B4-BE49-F238E27FC236}">
                <a16:creationId xmlns:a16="http://schemas.microsoft.com/office/drawing/2014/main" id="{137D1BF6-CA32-48D3-B8AE-5D5C621A7EB5}"/>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2">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14">
            <a:extLst>
              <a:ext uri="{FF2B5EF4-FFF2-40B4-BE49-F238E27FC236}">
                <a16:creationId xmlns:a16="http://schemas.microsoft.com/office/drawing/2014/main" id="{F57E488F-AD89-4213-9093-5646DF323A25}"/>
              </a:ext>
            </a:extLst>
          </p:cNvPr>
          <p:cNvSpPr>
            <a:spLocks noGrp="1"/>
          </p:cNvSpPr>
          <p:nvPr>
            <p:ph type="body" sz="quarter" idx="13" hasCustomPrompt="1"/>
          </p:nvPr>
        </p:nvSpPr>
        <p:spPr>
          <a:xfrm>
            <a:off x="900511"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4"/>
                </a:solidFill>
                <a:latin typeface="+mj-lt"/>
              </a:defRPr>
            </a:lvl1pPr>
          </a:lstStyle>
          <a:p>
            <a:pPr lvl="0"/>
            <a:r>
              <a:rPr lang="en-US"/>
              <a:t>Click to add title</a:t>
            </a:r>
          </a:p>
        </p:txBody>
      </p:sp>
      <p:sp>
        <p:nvSpPr>
          <p:cNvPr id="20" name="Text Placeholder 14">
            <a:extLst>
              <a:ext uri="{FF2B5EF4-FFF2-40B4-BE49-F238E27FC236}">
                <a16:creationId xmlns:a16="http://schemas.microsoft.com/office/drawing/2014/main" id="{E31C9DEB-43A3-4514-9EB8-2CE147497B96}"/>
              </a:ext>
            </a:extLst>
          </p:cNvPr>
          <p:cNvSpPr>
            <a:spLocks noGrp="1"/>
          </p:cNvSpPr>
          <p:nvPr>
            <p:ph type="body" sz="quarter" idx="15" hasCustomPrompt="1"/>
          </p:nvPr>
        </p:nvSpPr>
        <p:spPr>
          <a:xfrm>
            <a:off x="900511"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254EC399-E62D-401A-936C-2B26F8265F17}"/>
              </a:ext>
            </a:extLst>
          </p:cNvPr>
          <p:cNvSpPr>
            <a:spLocks noGrp="1"/>
          </p:cNvSpPr>
          <p:nvPr>
            <p:ph type="body" sz="quarter" idx="16" hasCustomPrompt="1"/>
          </p:nvPr>
        </p:nvSpPr>
        <p:spPr>
          <a:xfrm>
            <a:off x="3584039"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3">
                    <a:lumMod val="60000"/>
                    <a:lumOff val="40000"/>
                  </a:schemeClr>
                </a:solidFill>
                <a:latin typeface="+mj-lt"/>
              </a:defRPr>
            </a:lvl1pPr>
          </a:lstStyle>
          <a:p>
            <a:pPr lvl="0"/>
            <a:r>
              <a:rPr lang="en-US"/>
              <a:t>Click to add title</a:t>
            </a:r>
          </a:p>
        </p:txBody>
      </p:sp>
      <p:sp>
        <p:nvSpPr>
          <p:cNvPr id="22" name="Text Placeholder 14">
            <a:extLst>
              <a:ext uri="{FF2B5EF4-FFF2-40B4-BE49-F238E27FC236}">
                <a16:creationId xmlns:a16="http://schemas.microsoft.com/office/drawing/2014/main" id="{4F49DC18-7C09-4FFC-98BF-DC17FCE6223B}"/>
              </a:ext>
            </a:extLst>
          </p:cNvPr>
          <p:cNvSpPr>
            <a:spLocks noGrp="1"/>
          </p:cNvSpPr>
          <p:nvPr>
            <p:ph type="body" sz="quarter" idx="17" hasCustomPrompt="1"/>
          </p:nvPr>
        </p:nvSpPr>
        <p:spPr>
          <a:xfrm>
            <a:off x="3584039"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3" name="Text Placeholder 14">
            <a:extLst>
              <a:ext uri="{FF2B5EF4-FFF2-40B4-BE49-F238E27FC236}">
                <a16:creationId xmlns:a16="http://schemas.microsoft.com/office/drawing/2014/main" id="{9D21F281-5009-4E28-B34E-218C36B33ABD}"/>
              </a:ext>
            </a:extLst>
          </p:cNvPr>
          <p:cNvSpPr>
            <a:spLocks noGrp="1"/>
          </p:cNvSpPr>
          <p:nvPr>
            <p:ph type="body" sz="quarter" idx="18" hasCustomPrompt="1"/>
          </p:nvPr>
        </p:nvSpPr>
        <p:spPr>
          <a:xfrm>
            <a:off x="6267567"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5"/>
                </a:solidFill>
                <a:latin typeface="+mj-lt"/>
              </a:defRPr>
            </a:lvl1pPr>
          </a:lstStyle>
          <a:p>
            <a:pPr lvl="0"/>
            <a:r>
              <a:rPr lang="en-US"/>
              <a:t>Click to add title</a:t>
            </a:r>
          </a:p>
        </p:txBody>
      </p:sp>
      <p:sp>
        <p:nvSpPr>
          <p:cNvPr id="24" name="Text Placeholder 14">
            <a:extLst>
              <a:ext uri="{FF2B5EF4-FFF2-40B4-BE49-F238E27FC236}">
                <a16:creationId xmlns:a16="http://schemas.microsoft.com/office/drawing/2014/main" id="{75C2A3FB-F206-4ED3-A8BF-712D66D52D29}"/>
              </a:ext>
            </a:extLst>
          </p:cNvPr>
          <p:cNvSpPr>
            <a:spLocks noGrp="1"/>
          </p:cNvSpPr>
          <p:nvPr>
            <p:ph type="body" sz="quarter" idx="19" hasCustomPrompt="1"/>
          </p:nvPr>
        </p:nvSpPr>
        <p:spPr>
          <a:xfrm>
            <a:off x="6267567"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5" name="Text Placeholder 14">
            <a:extLst>
              <a:ext uri="{FF2B5EF4-FFF2-40B4-BE49-F238E27FC236}">
                <a16:creationId xmlns:a16="http://schemas.microsoft.com/office/drawing/2014/main" id="{433D1544-1248-444D-B0AC-C5B22E1D2638}"/>
              </a:ext>
            </a:extLst>
          </p:cNvPr>
          <p:cNvSpPr>
            <a:spLocks noGrp="1"/>
          </p:cNvSpPr>
          <p:nvPr>
            <p:ph type="body" sz="quarter" idx="20" hasCustomPrompt="1"/>
          </p:nvPr>
        </p:nvSpPr>
        <p:spPr>
          <a:xfrm>
            <a:off x="8951094"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2">
                    <a:lumMod val="20000"/>
                    <a:lumOff val="80000"/>
                  </a:schemeClr>
                </a:solidFill>
                <a:latin typeface="+mj-lt"/>
              </a:defRPr>
            </a:lvl1pPr>
          </a:lstStyle>
          <a:p>
            <a:pPr lvl="0"/>
            <a:r>
              <a:rPr lang="en-US"/>
              <a:t>Click to add title</a:t>
            </a:r>
          </a:p>
        </p:txBody>
      </p:sp>
      <p:sp>
        <p:nvSpPr>
          <p:cNvPr id="26" name="Text Placeholder 14">
            <a:extLst>
              <a:ext uri="{FF2B5EF4-FFF2-40B4-BE49-F238E27FC236}">
                <a16:creationId xmlns:a16="http://schemas.microsoft.com/office/drawing/2014/main" id="{9F4FDF38-0969-49B5-BE15-AB7D41B68D28}"/>
              </a:ext>
            </a:extLst>
          </p:cNvPr>
          <p:cNvSpPr>
            <a:spLocks noGrp="1"/>
          </p:cNvSpPr>
          <p:nvPr>
            <p:ph type="body" sz="quarter" idx="21" hasCustomPrompt="1"/>
          </p:nvPr>
        </p:nvSpPr>
        <p:spPr>
          <a:xfrm>
            <a:off x="8951094"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7" name="Text Placeholder 10">
            <a:extLst>
              <a:ext uri="{FF2B5EF4-FFF2-40B4-BE49-F238E27FC236}">
                <a16:creationId xmlns:a16="http://schemas.microsoft.com/office/drawing/2014/main" id="{A749E3E6-EB0F-4108-9196-2A2DDD63E220}"/>
              </a:ext>
            </a:extLst>
          </p:cNvPr>
          <p:cNvSpPr>
            <a:spLocks noGrp="1"/>
          </p:cNvSpPr>
          <p:nvPr>
            <p:ph type="body" sz="quarter" idx="22" hasCustomPrompt="1"/>
          </p:nvPr>
        </p:nvSpPr>
        <p:spPr>
          <a:xfrm>
            <a:off x="1285758" y="2399173"/>
            <a:ext cx="1611892" cy="1151632"/>
          </a:xfrm>
          <a:prstGeom prst="rect">
            <a:avLst/>
          </a:prstGeom>
        </p:spPr>
        <p:txBody>
          <a:bodyPr anchor="ctr"/>
          <a:lstStyle>
            <a:lvl1pPr marL="0" indent="0" algn="ctr">
              <a:lnSpc>
                <a:spcPct val="80000"/>
              </a:lnSpc>
              <a:spcBef>
                <a:spcPts val="1000"/>
              </a:spcBef>
              <a:spcAft>
                <a:spcPts val="0"/>
              </a:spcAft>
              <a:buNone/>
              <a:defRPr sz="2800" cap="all" spc="100" baseline="0">
                <a:solidFill>
                  <a:schemeClr val="accent4"/>
                </a:solidFill>
                <a:latin typeface="+mj-lt"/>
              </a:defRPr>
            </a:lvl1pPr>
          </a:lstStyle>
          <a:p>
            <a:pPr lvl="0"/>
            <a:r>
              <a:rPr lang="en-US"/>
              <a:t>Add title</a:t>
            </a:r>
          </a:p>
        </p:txBody>
      </p:sp>
      <p:sp>
        <p:nvSpPr>
          <p:cNvPr id="28" name="Text Placeholder 10">
            <a:extLst>
              <a:ext uri="{FF2B5EF4-FFF2-40B4-BE49-F238E27FC236}">
                <a16:creationId xmlns:a16="http://schemas.microsoft.com/office/drawing/2014/main" id="{CA8E4A5D-4A2C-4FCA-9886-11A6692866A6}"/>
              </a:ext>
            </a:extLst>
          </p:cNvPr>
          <p:cNvSpPr>
            <a:spLocks noGrp="1"/>
          </p:cNvSpPr>
          <p:nvPr>
            <p:ph type="body" sz="quarter" idx="23" hasCustomPrompt="1"/>
          </p:nvPr>
        </p:nvSpPr>
        <p:spPr>
          <a:xfrm>
            <a:off x="6652814"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accent5"/>
                </a:solidFill>
                <a:latin typeface="+mj-lt"/>
              </a:defRPr>
            </a:lvl1pPr>
          </a:lstStyle>
          <a:p>
            <a:pPr lvl="0"/>
            <a:r>
              <a:rPr lang="en-US"/>
              <a:t>Add title</a:t>
            </a:r>
          </a:p>
        </p:txBody>
      </p:sp>
      <p:sp>
        <p:nvSpPr>
          <p:cNvPr id="29" name="Text Placeholder 10">
            <a:extLst>
              <a:ext uri="{FF2B5EF4-FFF2-40B4-BE49-F238E27FC236}">
                <a16:creationId xmlns:a16="http://schemas.microsoft.com/office/drawing/2014/main" id="{D12F1290-6B4C-49B8-BC26-3B433534C3F7}"/>
              </a:ext>
            </a:extLst>
          </p:cNvPr>
          <p:cNvSpPr>
            <a:spLocks noGrp="1"/>
          </p:cNvSpPr>
          <p:nvPr>
            <p:ph type="body" sz="quarter" idx="24" hasCustomPrompt="1"/>
          </p:nvPr>
        </p:nvSpPr>
        <p:spPr>
          <a:xfrm>
            <a:off x="9336341"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accent2">
                    <a:lumMod val="20000"/>
                    <a:lumOff val="80000"/>
                  </a:schemeClr>
                </a:solidFill>
                <a:latin typeface="+mj-lt"/>
              </a:defRPr>
            </a:lvl1pPr>
          </a:lstStyle>
          <a:p>
            <a:pPr lvl="0"/>
            <a:r>
              <a:rPr lang="en-US"/>
              <a:t>Add title</a:t>
            </a:r>
          </a:p>
        </p:txBody>
      </p:sp>
      <p:sp>
        <p:nvSpPr>
          <p:cNvPr id="30" name="Text Placeholder 10">
            <a:extLst>
              <a:ext uri="{FF2B5EF4-FFF2-40B4-BE49-F238E27FC236}">
                <a16:creationId xmlns:a16="http://schemas.microsoft.com/office/drawing/2014/main" id="{0E60E704-AD01-4048-8D70-3F4CA25DA632}"/>
              </a:ext>
            </a:extLst>
          </p:cNvPr>
          <p:cNvSpPr>
            <a:spLocks noGrp="1"/>
          </p:cNvSpPr>
          <p:nvPr>
            <p:ph type="body" sz="quarter" idx="25" hasCustomPrompt="1"/>
          </p:nvPr>
        </p:nvSpPr>
        <p:spPr>
          <a:xfrm>
            <a:off x="3969286"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accent3">
                    <a:lumMod val="60000"/>
                    <a:lumOff val="40000"/>
                  </a:schemeClr>
                </a:solidFill>
                <a:latin typeface="+mj-lt"/>
              </a:defRPr>
            </a:lvl1pPr>
          </a:lstStyle>
          <a:p>
            <a:pPr lvl="0"/>
            <a:r>
              <a:rPr lang="en-US"/>
              <a:t>Add title</a:t>
            </a:r>
          </a:p>
        </p:txBody>
      </p:sp>
      <p:sp>
        <p:nvSpPr>
          <p:cNvPr id="31" name="Title 1">
            <a:extLst>
              <a:ext uri="{FF2B5EF4-FFF2-40B4-BE49-F238E27FC236}">
                <a16:creationId xmlns:a16="http://schemas.microsoft.com/office/drawing/2014/main" id="{4CB251EF-EB2B-4D32-A321-FEC37EAB8D87}"/>
              </a:ext>
            </a:extLst>
          </p:cNvPr>
          <p:cNvSpPr>
            <a:spLocks noGrp="1"/>
          </p:cNvSpPr>
          <p:nvPr>
            <p:ph type="title" hasCustomPrompt="1"/>
          </p:nvPr>
        </p:nvSpPr>
        <p:spPr>
          <a:xfrm>
            <a:off x="793750" y="715939"/>
            <a:ext cx="4864608" cy="365760"/>
          </a:xfrm>
        </p:spPr>
        <p:txBody>
          <a:bodyPr anchor="t">
            <a:noAutofit/>
          </a:bodyPr>
          <a:lstStyle>
            <a:lvl1pPr>
              <a:defRPr sz="2800">
                <a:ln w="19050">
                  <a:solidFill>
                    <a:schemeClr val="bg1"/>
                  </a:solidFill>
                </a:ln>
              </a:defRPr>
            </a:lvl1pPr>
          </a:lstStyle>
          <a:p>
            <a:r>
              <a:rPr lang="en-US"/>
              <a:t>Click to add title</a:t>
            </a:r>
          </a:p>
        </p:txBody>
      </p:sp>
    </p:spTree>
    <p:extLst>
      <p:ext uri="{BB962C8B-B14F-4D97-AF65-F5344CB8AC3E}">
        <p14:creationId xmlns:p14="http://schemas.microsoft.com/office/powerpoint/2010/main" val="37791732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D2CF4D42-6C74-47FD-8195-943D55ADA87D}"/>
              </a:ext>
            </a:extLst>
          </p:cNvPr>
          <p:cNvSpPr>
            <a:spLocks noGrp="1"/>
          </p:cNvSpPr>
          <p:nvPr>
            <p:ph type="pic" sz="quarter" idx="13" hasCustomPrompt="1"/>
          </p:nvPr>
        </p:nvSpPr>
        <p:spPr>
          <a:xfrm>
            <a:off x="0" y="0"/>
            <a:ext cx="12192000" cy="6858000"/>
          </a:xfrm>
        </p:spPr>
        <p:txBody>
          <a:bodyPr/>
          <a:lstStyle>
            <a:lvl1pPr marL="0" indent="0" algn="ctr">
              <a:buNone/>
              <a:defRPr>
                <a:solidFill>
                  <a:schemeClr val="tx1"/>
                </a:solidFill>
              </a:defRPr>
            </a:lvl1pPr>
          </a:lstStyle>
          <a:p>
            <a:r>
              <a:rPr lang="en-US"/>
              <a:t>Click to add photo</a:t>
            </a:r>
          </a:p>
        </p:txBody>
      </p:sp>
      <p:sp>
        <p:nvSpPr>
          <p:cNvPr id="3" name="Date Placeholder 2">
            <a:extLst>
              <a:ext uri="{FF2B5EF4-FFF2-40B4-BE49-F238E27FC236}">
                <a16:creationId xmlns:a16="http://schemas.microsoft.com/office/drawing/2014/main" id="{59275658-2C01-4217-AE99-DF0FDFFE43C5}"/>
              </a:ext>
            </a:extLst>
          </p:cNvPr>
          <p:cNvSpPr>
            <a:spLocks noGrp="1"/>
          </p:cNvSpPr>
          <p:nvPr>
            <p:ph type="dt" sz="half" idx="10"/>
          </p:nvPr>
        </p:nvSpPr>
        <p:spPr/>
        <p:txBody>
          <a:bodyPr/>
          <a:lstStyle/>
          <a:p>
            <a:r>
              <a:rPr lang="en-US"/>
              <a:t>8/06/20XX</a:t>
            </a:r>
          </a:p>
        </p:txBody>
      </p:sp>
      <p:sp>
        <p:nvSpPr>
          <p:cNvPr id="4" name="Footer Placeholder 3">
            <a:extLst>
              <a:ext uri="{FF2B5EF4-FFF2-40B4-BE49-F238E27FC236}">
                <a16:creationId xmlns:a16="http://schemas.microsoft.com/office/drawing/2014/main" id="{3F913D93-CECF-4647-8DC2-8F7DD04E742B}"/>
              </a:ext>
            </a:extLst>
          </p:cNvPr>
          <p:cNvSpPr>
            <a:spLocks noGrp="1"/>
          </p:cNvSpPr>
          <p:nvPr>
            <p:ph type="ftr" sz="quarter" idx="11"/>
          </p:nvPr>
        </p:nvSpPr>
        <p:spPr/>
        <p:txBody>
          <a:bodyPr/>
          <a:lstStyle/>
          <a:p>
            <a:r>
              <a:rPr lang="en-US"/>
              <a:t>PITCH DECK</a:t>
            </a:r>
          </a:p>
        </p:txBody>
      </p:sp>
      <p:sp>
        <p:nvSpPr>
          <p:cNvPr id="5" name="Slide Number Placeholder 4">
            <a:extLst>
              <a:ext uri="{FF2B5EF4-FFF2-40B4-BE49-F238E27FC236}">
                <a16:creationId xmlns:a16="http://schemas.microsoft.com/office/drawing/2014/main" id="{03C60507-1EAA-4632-9D67-1BD599F4F549}"/>
              </a:ext>
            </a:extLst>
          </p:cNvPr>
          <p:cNvSpPr>
            <a:spLocks noGrp="1"/>
          </p:cNvSpPr>
          <p:nvPr>
            <p:ph type="sldNum" sz="quarter" idx="12"/>
          </p:nvPr>
        </p:nvSpPr>
        <p:spPr/>
        <p:txBody>
          <a:bodyPr/>
          <a:lstStyle/>
          <a:p>
            <a:fld id="{A402E4C0-AD5E-4E8C-9F21-7CCE474BDCEB}" type="slidenum">
              <a:rPr lang="en-US" smtClean="0"/>
              <a:pPr/>
              <a:t>‹#›</a:t>
            </a:fld>
            <a:endParaRPr lang="en-US"/>
          </a:p>
        </p:txBody>
      </p:sp>
      <p:sp>
        <p:nvSpPr>
          <p:cNvPr id="11" name="Title 1">
            <a:extLst>
              <a:ext uri="{FF2B5EF4-FFF2-40B4-BE49-F238E27FC236}">
                <a16:creationId xmlns:a16="http://schemas.microsoft.com/office/drawing/2014/main" id="{2754639B-AD71-425C-BF07-356C0F14C96B}"/>
              </a:ext>
            </a:extLst>
          </p:cNvPr>
          <p:cNvSpPr>
            <a:spLocks noGrp="1"/>
          </p:cNvSpPr>
          <p:nvPr>
            <p:ph type="title" hasCustomPrompt="1"/>
          </p:nvPr>
        </p:nvSpPr>
        <p:spPr>
          <a:xfrm>
            <a:off x="0" y="1353381"/>
            <a:ext cx="5622878" cy="4151236"/>
          </a:xfrm>
          <a:solidFill>
            <a:schemeClr val="accent3">
              <a:alpha val="90000"/>
            </a:schemeClr>
          </a:solidFill>
        </p:spPr>
        <p:txBody>
          <a:bodyPr vert="horz" lIns="649224" tIns="749808" rIns="91440" bIns="45720" rtlCol="0" anchor="t">
            <a:noAutofit/>
          </a:bodyPr>
          <a:lstStyle>
            <a:lvl1pPr>
              <a:defRPr lang="en-US" sz="2800">
                <a:ln w="19050">
                  <a:solidFill>
                    <a:schemeClr val="bg1"/>
                  </a:solidFill>
                </a:ln>
                <a:ea typeface="+mn-ea"/>
                <a:cs typeface="+mn-cs"/>
              </a:defRPr>
            </a:lvl1pPr>
          </a:lstStyle>
          <a:p>
            <a:pPr marL="0" lvl="0" indent="0">
              <a:spcBef>
                <a:spcPts val="0"/>
              </a:spcBef>
              <a:buFont typeface="Arial" panose="020B0604020202020204" pitchFamily="34" charset="0"/>
            </a:pPr>
            <a:r>
              <a:rPr lang="en-US"/>
              <a:t>Click to add title</a:t>
            </a:r>
          </a:p>
        </p:txBody>
      </p:sp>
      <p:sp>
        <p:nvSpPr>
          <p:cNvPr id="8" name="Text Placeholder 17">
            <a:extLst>
              <a:ext uri="{FF2B5EF4-FFF2-40B4-BE49-F238E27FC236}">
                <a16:creationId xmlns:a16="http://schemas.microsoft.com/office/drawing/2014/main" id="{64CF3C46-90B8-467D-9D50-086B9135701F}"/>
              </a:ext>
            </a:extLst>
          </p:cNvPr>
          <p:cNvSpPr>
            <a:spLocks noGrp="1"/>
          </p:cNvSpPr>
          <p:nvPr>
            <p:ph type="body" sz="quarter" idx="15" hasCustomPrompt="1"/>
          </p:nvPr>
        </p:nvSpPr>
        <p:spPr>
          <a:xfrm>
            <a:off x="577993" y="2689071"/>
            <a:ext cx="4567209" cy="2212496"/>
          </a:xfrm>
        </p:spPr>
        <p:txBody>
          <a:bodyPr>
            <a:noAutofit/>
          </a:bodyPr>
          <a:lstStyle>
            <a:lvl1pPr marL="0" indent="0" algn="l">
              <a:lnSpc>
                <a:spcPct val="125000"/>
              </a:lnSpc>
              <a:buNone/>
              <a:defRPr sz="1400" spc="100" baseline="0">
                <a:solidFill>
                  <a:schemeClr val="bg1"/>
                </a:solidFill>
              </a:defRPr>
            </a:lvl1pPr>
          </a:lstStyle>
          <a:p>
            <a:pPr lvl="0"/>
            <a:r>
              <a:rPr lang="en-US"/>
              <a:t>Click to add text</a:t>
            </a:r>
          </a:p>
        </p:txBody>
      </p:sp>
    </p:spTree>
    <p:extLst>
      <p:ext uri="{BB962C8B-B14F-4D97-AF65-F5344CB8AC3E}">
        <p14:creationId xmlns:p14="http://schemas.microsoft.com/office/powerpoint/2010/main" val="21718030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10B86B2D-56E1-4FB2-8CC9-DBC6C0B6EB09}"/>
              </a:ext>
            </a:extLst>
          </p:cNvPr>
          <p:cNvSpPr>
            <a:spLocks noGrp="1"/>
          </p:cNvSpPr>
          <p:nvPr>
            <p:ph type="pic" sz="quarter" idx="13" hasCustomPrompt="1"/>
          </p:nvPr>
        </p:nvSpPr>
        <p:spPr>
          <a:xfrm flipH="1">
            <a:off x="0" y="0"/>
            <a:ext cx="8153400" cy="6858000"/>
          </a:xfrm>
        </p:spPr>
        <p:txBody>
          <a:bodyPr/>
          <a:lstStyle>
            <a:lvl1pPr marL="0" indent="0" algn="ctr">
              <a:buNone/>
              <a:defRPr>
                <a:solidFill>
                  <a:schemeClr val="bg1"/>
                </a:solidFill>
              </a:defRPr>
            </a:lvl1pPr>
          </a:lstStyle>
          <a:p>
            <a:r>
              <a:rPr lang="en-US"/>
              <a:t>Click to add photo</a:t>
            </a:r>
          </a:p>
        </p:txBody>
      </p:sp>
      <p:sp>
        <p:nvSpPr>
          <p:cNvPr id="8" name="Text Placeholder 17">
            <a:extLst>
              <a:ext uri="{FF2B5EF4-FFF2-40B4-BE49-F238E27FC236}">
                <a16:creationId xmlns:a16="http://schemas.microsoft.com/office/drawing/2014/main" id="{1D70C38F-1ABB-4C86-972A-E388226700C8}"/>
              </a:ext>
            </a:extLst>
          </p:cNvPr>
          <p:cNvSpPr>
            <a:spLocks noGrp="1"/>
          </p:cNvSpPr>
          <p:nvPr>
            <p:ph type="body" sz="quarter" idx="15" hasCustomPrompt="1"/>
          </p:nvPr>
        </p:nvSpPr>
        <p:spPr>
          <a:xfrm>
            <a:off x="7465112" y="2326705"/>
            <a:ext cx="4114592" cy="2212496"/>
          </a:xfrm>
        </p:spPr>
        <p:txBody>
          <a:bodyPr>
            <a:noAutofit/>
          </a:bodyPr>
          <a:lstStyle>
            <a:lvl1pPr marL="0" indent="0" algn="l">
              <a:lnSpc>
                <a:spcPct val="125000"/>
              </a:lnSpc>
              <a:buNone/>
              <a:defRPr sz="1400" spc="100" baseline="0">
                <a:solidFill>
                  <a:schemeClr val="bg1"/>
                </a:solidFill>
              </a:defRPr>
            </a:lvl1pPr>
          </a:lstStyle>
          <a:p>
            <a:pPr lvl="0"/>
            <a:r>
              <a:rPr lang="en-US"/>
              <a:t>Click to add text</a:t>
            </a:r>
          </a:p>
        </p:txBody>
      </p:sp>
      <p:sp>
        <p:nvSpPr>
          <p:cNvPr id="3" name="Date Placeholder 2">
            <a:extLst>
              <a:ext uri="{FF2B5EF4-FFF2-40B4-BE49-F238E27FC236}">
                <a16:creationId xmlns:a16="http://schemas.microsoft.com/office/drawing/2014/main" id="{319B0AE4-4C17-4975-A59C-4D9EFE584062}"/>
              </a:ext>
            </a:extLst>
          </p:cNvPr>
          <p:cNvSpPr>
            <a:spLocks noGrp="1"/>
          </p:cNvSpPr>
          <p:nvPr>
            <p:ph type="dt" sz="half" idx="10"/>
          </p:nvPr>
        </p:nvSpPr>
        <p:spPr/>
        <p:txBody>
          <a:bodyPr/>
          <a:lstStyle/>
          <a:p>
            <a:r>
              <a:rPr lang="en-US"/>
              <a:t>8/06/20XX</a:t>
            </a:r>
          </a:p>
        </p:txBody>
      </p:sp>
      <p:sp>
        <p:nvSpPr>
          <p:cNvPr id="4" name="Footer Placeholder 3">
            <a:extLst>
              <a:ext uri="{FF2B5EF4-FFF2-40B4-BE49-F238E27FC236}">
                <a16:creationId xmlns:a16="http://schemas.microsoft.com/office/drawing/2014/main" id="{D5FC9023-3371-40C0-A618-BF8AA20FFE56}"/>
              </a:ext>
            </a:extLst>
          </p:cNvPr>
          <p:cNvSpPr>
            <a:spLocks noGrp="1"/>
          </p:cNvSpPr>
          <p:nvPr>
            <p:ph type="ftr" sz="quarter" idx="11"/>
          </p:nvPr>
        </p:nvSpPr>
        <p:spPr/>
        <p:txBody>
          <a:bodyPr/>
          <a:lstStyle/>
          <a:p>
            <a:r>
              <a:rPr lang="en-US"/>
              <a:t>PITCH DECK</a:t>
            </a:r>
          </a:p>
        </p:txBody>
      </p:sp>
      <p:sp>
        <p:nvSpPr>
          <p:cNvPr id="5" name="Slide Number Placeholder 4">
            <a:extLst>
              <a:ext uri="{FF2B5EF4-FFF2-40B4-BE49-F238E27FC236}">
                <a16:creationId xmlns:a16="http://schemas.microsoft.com/office/drawing/2014/main" id="{C8221E28-544B-4D00-A151-341F3D7EC99A}"/>
              </a:ext>
            </a:extLst>
          </p:cNvPr>
          <p:cNvSpPr>
            <a:spLocks noGrp="1"/>
          </p:cNvSpPr>
          <p:nvPr>
            <p:ph type="sldNum" sz="quarter" idx="12"/>
          </p:nvPr>
        </p:nvSpPr>
        <p:spPr/>
        <p:txBody>
          <a:bodyPr/>
          <a:lstStyle/>
          <a:p>
            <a:fld id="{A402E4C0-AD5E-4E8C-9F21-7CCE474BDCEB}" type="slidenum">
              <a:rPr lang="en-US" smtClean="0"/>
              <a:pPr/>
              <a:t>‹#›</a:t>
            </a:fld>
            <a:endParaRPr lang="en-US"/>
          </a:p>
        </p:txBody>
      </p:sp>
      <p:sp>
        <p:nvSpPr>
          <p:cNvPr id="2" name="Title 1">
            <a:extLst>
              <a:ext uri="{FF2B5EF4-FFF2-40B4-BE49-F238E27FC236}">
                <a16:creationId xmlns:a16="http://schemas.microsoft.com/office/drawing/2014/main" id="{0E907CF0-318A-401D-9F77-B63C65D2968E}"/>
              </a:ext>
            </a:extLst>
          </p:cNvPr>
          <p:cNvSpPr>
            <a:spLocks noGrp="1"/>
          </p:cNvSpPr>
          <p:nvPr>
            <p:ph type="title" hasCustomPrompt="1"/>
          </p:nvPr>
        </p:nvSpPr>
        <p:spPr>
          <a:xfrm>
            <a:off x="7452360" y="1728566"/>
            <a:ext cx="4127344" cy="724702"/>
          </a:xfrm>
        </p:spPr>
        <p:txBody>
          <a:bodyPr anchor="t">
            <a:noAutofit/>
          </a:bodyPr>
          <a:lstStyle>
            <a:lvl1pPr>
              <a:defRPr sz="2800">
                <a:ln w="19050">
                  <a:solidFill>
                    <a:schemeClr val="bg1"/>
                  </a:solidFill>
                </a:ln>
              </a:defRPr>
            </a:lvl1pPr>
          </a:lstStyle>
          <a:p>
            <a:r>
              <a:rPr lang="en-US"/>
              <a:t>Click to add title</a:t>
            </a:r>
          </a:p>
        </p:txBody>
      </p:sp>
    </p:spTree>
    <p:extLst>
      <p:ext uri="{BB962C8B-B14F-4D97-AF65-F5344CB8AC3E}">
        <p14:creationId xmlns:p14="http://schemas.microsoft.com/office/powerpoint/2010/main" val="2198803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30B4CC-1CD5-414E-92CD-721B331F6F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A47427-FA4C-4262-9C2A-A640B569D4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FE89D4-4BDC-4CC9-959B-0D2E0BEB89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cap="all" spc="100" baseline="0">
                <a:solidFill>
                  <a:schemeClr val="bg1">
                    <a:lumMod val="95000"/>
                  </a:schemeClr>
                </a:solidFill>
                <a:latin typeface="Posterama" panose="020B0504020200020000" pitchFamily="34" charset="0"/>
                <a:cs typeface="Posterama" panose="020B0504020200020000" pitchFamily="34" charset="0"/>
              </a:defRPr>
            </a:lvl1pPr>
          </a:lstStyle>
          <a:p>
            <a:r>
              <a:rPr lang="en-US"/>
              <a:t>8/06/20XX</a:t>
            </a:r>
          </a:p>
        </p:txBody>
      </p:sp>
      <p:sp>
        <p:nvSpPr>
          <p:cNvPr id="5" name="Footer Placeholder 4">
            <a:extLst>
              <a:ext uri="{FF2B5EF4-FFF2-40B4-BE49-F238E27FC236}">
                <a16:creationId xmlns:a16="http://schemas.microsoft.com/office/drawing/2014/main" id="{FE1285D2-5742-46C4-A6B1-B07CC6823A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cap="all" spc="100" baseline="0">
                <a:solidFill>
                  <a:schemeClr val="bg1">
                    <a:lumMod val="95000"/>
                  </a:schemeClr>
                </a:solidFill>
                <a:latin typeface="Posterama" panose="020B0504020200020000" pitchFamily="34" charset="0"/>
                <a:cs typeface="Posterama" panose="020B0504020200020000" pitchFamily="34" charset="0"/>
              </a:defRPr>
            </a:lvl1pPr>
          </a:lstStyle>
          <a:p>
            <a:r>
              <a:rPr lang="en-US"/>
              <a:t>PITCH DECK</a:t>
            </a:r>
          </a:p>
        </p:txBody>
      </p:sp>
      <p:sp>
        <p:nvSpPr>
          <p:cNvPr id="6" name="Slide Number Placeholder 5">
            <a:extLst>
              <a:ext uri="{FF2B5EF4-FFF2-40B4-BE49-F238E27FC236}">
                <a16:creationId xmlns:a16="http://schemas.microsoft.com/office/drawing/2014/main" id="{03D7CF20-6E1A-4F87-A039-3C59B25DA4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cap="all" spc="100" baseline="0">
                <a:solidFill>
                  <a:schemeClr val="bg1">
                    <a:lumMod val="95000"/>
                  </a:schemeClr>
                </a:solidFill>
                <a:latin typeface="Posterama" panose="020B0504020200020000" pitchFamily="34" charset="0"/>
                <a:cs typeface="Posterama" panose="020B0504020200020000" pitchFamily="34" charset="0"/>
              </a:defRPr>
            </a:lvl1pPr>
          </a:lstStyle>
          <a:p>
            <a:fld id="{A402E4C0-AD5E-4E8C-9F21-7CCE474BDCEB}" type="slidenum">
              <a:rPr lang="en-US" smtClean="0"/>
              <a:pPr/>
              <a:t>‹#›</a:t>
            </a:fld>
            <a:endParaRPr lang="en-US"/>
          </a:p>
        </p:txBody>
      </p:sp>
    </p:spTree>
    <p:extLst>
      <p:ext uri="{BB962C8B-B14F-4D97-AF65-F5344CB8AC3E}">
        <p14:creationId xmlns:p14="http://schemas.microsoft.com/office/powerpoint/2010/main" val="3634822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Lst>
  <p:hf hdr="0"/>
  <p:txStyles>
    <p:titleStyle>
      <a:lvl1pPr algn="l" defTabSz="914400" rtl="0" eaLnBrk="1" latinLnBrk="0" hangingPunct="1">
        <a:lnSpc>
          <a:spcPct val="80000"/>
        </a:lnSpc>
        <a:spcBef>
          <a:spcPct val="0"/>
        </a:spcBef>
        <a:buNone/>
        <a:defRPr sz="4400" kern="1200" cap="all" spc="400" baseline="0">
          <a:ln w="19050">
            <a:solidFill>
              <a:schemeClr val="accent2"/>
            </a:solidFill>
          </a:ln>
          <a:no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Placeholder 76" descr="A woman wearing purple glasses showing data">
            <a:extLst>
              <a:ext uri="{FF2B5EF4-FFF2-40B4-BE49-F238E27FC236}">
                <a16:creationId xmlns:a16="http://schemas.microsoft.com/office/drawing/2014/main" id="{2F849723-3772-4844-AB3A-EF3DFAF34B83}"/>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a:stretch/>
        </p:blipFill>
        <p:spPr>
          <a:xfrm flipH="1">
            <a:off x="752100" y="739303"/>
            <a:ext cx="6825035" cy="5379395"/>
          </a:xfrm>
        </p:spPr>
      </p:pic>
      <p:sp>
        <p:nvSpPr>
          <p:cNvPr id="22" name="Title 21">
            <a:extLst>
              <a:ext uri="{FF2B5EF4-FFF2-40B4-BE49-F238E27FC236}">
                <a16:creationId xmlns:a16="http://schemas.microsoft.com/office/drawing/2014/main" id="{115C523A-AC40-4CBA-9DF4-B287ED32185D}"/>
              </a:ext>
            </a:extLst>
          </p:cNvPr>
          <p:cNvSpPr>
            <a:spLocks noGrp="1"/>
          </p:cNvSpPr>
          <p:nvPr>
            <p:ph type="title"/>
          </p:nvPr>
        </p:nvSpPr>
        <p:spPr>
          <a:xfrm>
            <a:off x="5901266" y="1406106"/>
            <a:ext cx="6290733" cy="3976777"/>
          </a:xfrm>
        </p:spPr>
        <p:txBody>
          <a:bodyPr/>
          <a:lstStyle/>
          <a:p>
            <a:r>
              <a:rPr lang="en-US" sz="4400" b="0" i="0">
                <a:solidFill>
                  <a:srgbClr val="FFFFFF"/>
                </a:solidFill>
                <a:effectLst/>
                <a:latin typeface="Segoe UI Historic" panose="020B0502040204020203" pitchFamily="34" charset="0"/>
              </a:rPr>
              <a:t>Customer Loyalty Programs and Relationship Marketing </a:t>
            </a:r>
            <a:br>
              <a:rPr lang="en-US"/>
            </a:br>
            <a:endParaRPr lang="en-US"/>
          </a:p>
        </p:txBody>
      </p:sp>
      <p:sp>
        <p:nvSpPr>
          <p:cNvPr id="17" name="Text Placeholder 16">
            <a:extLst>
              <a:ext uri="{FF2B5EF4-FFF2-40B4-BE49-F238E27FC236}">
                <a16:creationId xmlns:a16="http://schemas.microsoft.com/office/drawing/2014/main" id="{75B1C734-42CB-4311-8905-2F41D09107C7}"/>
              </a:ext>
            </a:extLst>
          </p:cNvPr>
          <p:cNvSpPr>
            <a:spLocks noGrp="1"/>
          </p:cNvSpPr>
          <p:nvPr>
            <p:ph type="body" sz="quarter" idx="15"/>
          </p:nvPr>
        </p:nvSpPr>
        <p:spPr>
          <a:xfrm>
            <a:off x="7577135" y="5752075"/>
            <a:ext cx="3531078" cy="733244"/>
          </a:xfrm>
        </p:spPr>
        <p:txBody>
          <a:bodyPr>
            <a:normAutofit/>
          </a:bodyPr>
          <a:lstStyle/>
          <a:p>
            <a:r>
              <a:rPr lang="en-US"/>
              <a:t>GROUP 3</a:t>
            </a:r>
          </a:p>
        </p:txBody>
      </p:sp>
    </p:spTree>
    <p:extLst>
      <p:ext uri="{BB962C8B-B14F-4D97-AF65-F5344CB8AC3E}">
        <p14:creationId xmlns:p14="http://schemas.microsoft.com/office/powerpoint/2010/main" val="1883836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 name="Picture Placeholder 107" descr="A woman with VR goggles on her face&#10;">
            <a:extLst>
              <a:ext uri="{FF2B5EF4-FFF2-40B4-BE49-F238E27FC236}">
                <a16:creationId xmlns:a16="http://schemas.microsoft.com/office/drawing/2014/main" id="{FAFD635F-714B-4EE8-9D07-0B32545C6D1F}"/>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a:stretch/>
        </p:blipFill>
        <p:spPr>
          <a:xfrm flipH="1">
            <a:off x="5012530" y="0"/>
            <a:ext cx="7196138" cy="6867376"/>
          </a:xfrm>
        </p:spPr>
      </p:pic>
      <p:sp>
        <p:nvSpPr>
          <p:cNvPr id="20" name="Title 19">
            <a:extLst>
              <a:ext uri="{FF2B5EF4-FFF2-40B4-BE49-F238E27FC236}">
                <a16:creationId xmlns:a16="http://schemas.microsoft.com/office/drawing/2014/main" id="{2E468DC9-F7EA-4DDD-A3C6-7FED01F0AB9B}"/>
              </a:ext>
            </a:extLst>
          </p:cNvPr>
          <p:cNvSpPr>
            <a:spLocks noGrp="1"/>
          </p:cNvSpPr>
          <p:nvPr>
            <p:ph type="title"/>
          </p:nvPr>
        </p:nvSpPr>
        <p:spPr>
          <a:xfrm>
            <a:off x="0" y="1318461"/>
            <a:ext cx="6400800" cy="4651018"/>
          </a:xfrm>
        </p:spPr>
        <p:txBody>
          <a:bodyPr/>
          <a:lstStyle/>
          <a:p>
            <a:r>
              <a:rPr lang="en-US" noProof="0"/>
              <a:t>EXECUTIVE SUMMARY</a:t>
            </a:r>
            <a:endParaRPr lang="en-US"/>
          </a:p>
        </p:txBody>
      </p:sp>
      <p:sp>
        <p:nvSpPr>
          <p:cNvPr id="30" name="Text Placeholder 29">
            <a:extLst>
              <a:ext uri="{FF2B5EF4-FFF2-40B4-BE49-F238E27FC236}">
                <a16:creationId xmlns:a16="http://schemas.microsoft.com/office/drawing/2014/main" id="{E1840D15-B3C7-4446-9131-8F222F601B1B}"/>
              </a:ext>
            </a:extLst>
          </p:cNvPr>
          <p:cNvSpPr>
            <a:spLocks noGrp="1"/>
          </p:cNvSpPr>
          <p:nvPr>
            <p:ph type="body" sz="quarter" idx="15"/>
          </p:nvPr>
        </p:nvSpPr>
        <p:spPr>
          <a:xfrm>
            <a:off x="672859" y="2708693"/>
            <a:ext cx="4772265" cy="2225617"/>
          </a:xfrm>
        </p:spPr>
        <p:txBody>
          <a:bodyPr>
            <a:noAutofit/>
          </a:bodyPr>
          <a:lstStyle/>
          <a:p>
            <a:r>
              <a:rPr lang="en-US" sz="1600" b="0" i="0">
                <a:solidFill>
                  <a:srgbClr val="FFFFFF"/>
                </a:solidFill>
                <a:effectLst/>
                <a:latin typeface="Segoe UI Historic" panose="020B0502040204020203" pitchFamily="34" charset="0"/>
              </a:rPr>
              <a:t>This report explores the concept, benefits, and implementation strategies of Customer Loyalty Programs (CLPs) and Relationship Marketing (RM). It highlights how these tools enhance customer retention, increase lifetime value, and strengthen brand advocacy. The report concludes with recommendations for businesses looking to improve customer relationships and loyalty. </a:t>
            </a:r>
            <a:br>
              <a:rPr lang="en-US" sz="1600"/>
            </a:br>
            <a:endParaRPr lang="en-US" sz="1600"/>
          </a:p>
        </p:txBody>
      </p:sp>
      <p:sp>
        <p:nvSpPr>
          <p:cNvPr id="5" name="Slide Number Placeholder 4">
            <a:extLst>
              <a:ext uri="{FF2B5EF4-FFF2-40B4-BE49-F238E27FC236}">
                <a16:creationId xmlns:a16="http://schemas.microsoft.com/office/drawing/2014/main" id="{06774A57-DC9F-44C5-B707-3B57BDBE4437}"/>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2</a:t>
            </a:fld>
            <a:endParaRPr lang="en-US"/>
          </a:p>
        </p:txBody>
      </p:sp>
    </p:spTree>
    <p:extLst>
      <p:ext uri="{BB962C8B-B14F-4D97-AF65-F5344CB8AC3E}">
        <p14:creationId xmlns:p14="http://schemas.microsoft.com/office/powerpoint/2010/main" val="277377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a:extLst>
              <a:ext uri="{FF2B5EF4-FFF2-40B4-BE49-F238E27FC236}">
                <a16:creationId xmlns:a16="http://schemas.microsoft.com/office/drawing/2014/main" id="{01A4D341-9CED-415E-A417-C204833D5641}"/>
              </a:ext>
            </a:extLst>
          </p:cNvPr>
          <p:cNvSpPr>
            <a:spLocks noGrp="1"/>
          </p:cNvSpPr>
          <p:nvPr>
            <p:ph type="title"/>
          </p:nvPr>
        </p:nvSpPr>
        <p:spPr>
          <a:xfrm>
            <a:off x="4157530" y="1193911"/>
            <a:ext cx="7196269" cy="469490"/>
          </a:xfrm>
        </p:spPr>
        <p:txBody>
          <a:bodyPr>
            <a:normAutofit fontScale="90000"/>
          </a:bodyPr>
          <a:lstStyle/>
          <a:p>
            <a:r>
              <a:rPr lang="en-US">
                <a:ea typeface="+mn-ea"/>
                <a:cs typeface="+mn-cs"/>
              </a:rPr>
              <a:t>INRODUCTION</a:t>
            </a:r>
            <a:endParaRPr lang="en-US"/>
          </a:p>
        </p:txBody>
      </p:sp>
      <p:pic>
        <p:nvPicPr>
          <p:cNvPr id="52" name="Picture Placeholder 51" descr="A close up of a person wearing glasses and the measurements of the eyes">
            <a:extLst>
              <a:ext uri="{FF2B5EF4-FFF2-40B4-BE49-F238E27FC236}">
                <a16:creationId xmlns:a16="http://schemas.microsoft.com/office/drawing/2014/main" id="{2C10E818-8391-45ED-A8AC-28347E77C214}"/>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a:stretch/>
        </p:blipFill>
        <p:spPr>
          <a:xfrm flipH="1">
            <a:off x="0" y="729926"/>
            <a:ext cx="3581400" cy="5388772"/>
          </a:xfrm>
        </p:spPr>
      </p:pic>
      <p:sp>
        <p:nvSpPr>
          <p:cNvPr id="43" name="Text Placeholder 42">
            <a:extLst>
              <a:ext uri="{FF2B5EF4-FFF2-40B4-BE49-F238E27FC236}">
                <a16:creationId xmlns:a16="http://schemas.microsoft.com/office/drawing/2014/main" id="{80683256-31D4-4761-874B-66494293B9AF}"/>
              </a:ext>
            </a:extLst>
          </p:cNvPr>
          <p:cNvSpPr>
            <a:spLocks noGrp="1"/>
          </p:cNvSpPr>
          <p:nvPr>
            <p:ph type="body" sz="quarter" idx="18"/>
          </p:nvPr>
        </p:nvSpPr>
        <p:spPr>
          <a:xfrm>
            <a:off x="4157530" y="1854411"/>
            <a:ext cx="6565103" cy="3278305"/>
          </a:xfrm>
        </p:spPr>
        <p:txBody>
          <a:bodyPr>
            <a:noAutofit/>
          </a:bodyPr>
          <a:lstStyle/>
          <a:p>
            <a:r>
              <a:rPr lang="en-US" sz="2400" b="0" i="0">
                <a:solidFill>
                  <a:srgbClr val="FFFFFF"/>
                </a:solidFill>
                <a:effectLst/>
                <a:latin typeface="Segoe UI Historic" panose="020B0502040204020203" pitchFamily="34" charset="0"/>
              </a:rPr>
              <a:t>In today's competitive market, customer acquisition is becoming increasingly expensive. As a result, businesses are focusing more on retaining existing customers through Customer Loyalty Programs and Relationship Marketing. These strategies aim to foster long-term engagement, emotional connection, and repeat business.</a:t>
            </a:r>
            <a:endParaRPr lang="en-US" sz="2400"/>
          </a:p>
        </p:txBody>
      </p:sp>
      <p:sp>
        <p:nvSpPr>
          <p:cNvPr id="3" name="Date Placeholder 2">
            <a:extLst>
              <a:ext uri="{FF2B5EF4-FFF2-40B4-BE49-F238E27FC236}">
                <a16:creationId xmlns:a16="http://schemas.microsoft.com/office/drawing/2014/main" id="{4263031F-C0BF-4DD1-A029-1395AEA7D7FD}"/>
              </a:ext>
            </a:extLst>
          </p:cNvPr>
          <p:cNvSpPr>
            <a:spLocks noGrp="1"/>
          </p:cNvSpPr>
          <p:nvPr>
            <p:ph type="dt" sz="half" idx="10"/>
          </p:nvPr>
        </p:nvSpPr>
        <p:spPr>
          <a:xfrm>
            <a:off x="838200" y="6356350"/>
            <a:ext cx="2743200" cy="365125"/>
          </a:xfrm>
        </p:spPr>
        <p:txBody>
          <a:bodyPr/>
          <a:lstStyle/>
          <a:p>
            <a:r>
              <a:rPr lang="en-US"/>
              <a:t>8/06/20XX</a:t>
            </a:r>
          </a:p>
        </p:txBody>
      </p:sp>
      <p:sp>
        <p:nvSpPr>
          <p:cNvPr id="5" name="Slide Number Placeholder 4">
            <a:extLst>
              <a:ext uri="{FF2B5EF4-FFF2-40B4-BE49-F238E27FC236}">
                <a16:creationId xmlns:a16="http://schemas.microsoft.com/office/drawing/2014/main" id="{3E0ED447-C6CA-4C7D-8108-E593E142A823}"/>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3</a:t>
            </a:fld>
            <a:endParaRPr lang="en-US"/>
          </a:p>
        </p:txBody>
      </p:sp>
    </p:spTree>
    <p:extLst>
      <p:ext uri="{BB962C8B-B14F-4D97-AF65-F5344CB8AC3E}">
        <p14:creationId xmlns:p14="http://schemas.microsoft.com/office/powerpoint/2010/main" val="611775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4F4C28E4-6D60-402B-8F22-B1AED571D98D}"/>
              </a:ext>
            </a:extLst>
          </p:cNvPr>
          <p:cNvSpPr>
            <a:spLocks noGrp="1"/>
          </p:cNvSpPr>
          <p:nvPr>
            <p:ph type="title"/>
          </p:nvPr>
        </p:nvSpPr>
        <p:spPr>
          <a:xfrm>
            <a:off x="221691" y="1765131"/>
            <a:ext cx="3955452" cy="1129164"/>
          </a:xfrm>
        </p:spPr>
        <p:txBody>
          <a:bodyPr>
            <a:normAutofit/>
          </a:bodyPr>
          <a:lstStyle/>
          <a:p>
            <a:r>
              <a:rPr lang="en-US" sz="1400" noProof="0">
                <a:solidFill>
                  <a:schemeClr val="accent1">
                    <a:lumMod val="60000"/>
                    <a:lumOff val="40000"/>
                  </a:schemeClr>
                </a:solidFill>
              </a:rPr>
              <a:t>TYPES OF LOYALTY PROGRAMS</a:t>
            </a:r>
            <a:endParaRPr lang="en-US" sz="1400">
              <a:solidFill>
                <a:schemeClr val="accent1">
                  <a:lumMod val="60000"/>
                  <a:lumOff val="40000"/>
                </a:schemeClr>
              </a:solidFill>
            </a:endParaRPr>
          </a:p>
        </p:txBody>
      </p:sp>
      <p:sp>
        <p:nvSpPr>
          <p:cNvPr id="26" name="Text Placeholder 25">
            <a:extLst>
              <a:ext uri="{FF2B5EF4-FFF2-40B4-BE49-F238E27FC236}">
                <a16:creationId xmlns:a16="http://schemas.microsoft.com/office/drawing/2014/main" id="{549F87D0-5602-4BFC-ABEB-7C809A5CF62D}"/>
              </a:ext>
            </a:extLst>
          </p:cNvPr>
          <p:cNvSpPr>
            <a:spLocks noGrp="1"/>
          </p:cNvSpPr>
          <p:nvPr>
            <p:ph type="body" sz="quarter" idx="22"/>
          </p:nvPr>
        </p:nvSpPr>
        <p:spPr>
          <a:xfrm>
            <a:off x="362395" y="2656625"/>
            <a:ext cx="2859091" cy="526209"/>
          </a:xfrm>
        </p:spPr>
        <p:txBody>
          <a:bodyPr>
            <a:normAutofit lnSpcReduction="10000"/>
          </a:bodyPr>
          <a:lstStyle/>
          <a:p>
            <a:pPr marL="285750" indent="-285750">
              <a:buFont typeface="Wingdings" panose="05000000000000000000" pitchFamily="2" charset="2"/>
              <a:buChar char="§"/>
            </a:pPr>
            <a:r>
              <a:rPr lang="en-US"/>
              <a:t>POINT-BASED PROGRAMS</a:t>
            </a:r>
          </a:p>
        </p:txBody>
      </p:sp>
      <p:sp>
        <p:nvSpPr>
          <p:cNvPr id="22" name="Text Placeholder 21">
            <a:extLst>
              <a:ext uri="{FF2B5EF4-FFF2-40B4-BE49-F238E27FC236}">
                <a16:creationId xmlns:a16="http://schemas.microsoft.com/office/drawing/2014/main" id="{D8965C87-7536-4E22-B0DD-FE276F346FF8}"/>
              </a:ext>
            </a:extLst>
          </p:cNvPr>
          <p:cNvSpPr>
            <a:spLocks noGrp="1"/>
          </p:cNvSpPr>
          <p:nvPr>
            <p:ph type="body" sz="quarter" idx="16"/>
          </p:nvPr>
        </p:nvSpPr>
        <p:spPr>
          <a:xfrm>
            <a:off x="8479207" y="2674322"/>
            <a:ext cx="2859090" cy="439946"/>
          </a:xfrm>
        </p:spPr>
        <p:txBody>
          <a:bodyPr>
            <a:normAutofit/>
          </a:bodyPr>
          <a:lstStyle/>
          <a:p>
            <a:pPr marL="285750" indent="-285750">
              <a:buFont typeface="Wingdings" panose="05000000000000000000" pitchFamily="2" charset="2"/>
              <a:buChar char="§"/>
            </a:pPr>
            <a:r>
              <a:rPr lang="en-US" err="1"/>
              <a:t>TIEReD</a:t>
            </a:r>
            <a:r>
              <a:rPr lang="en-US"/>
              <a:t> PROGRAMS</a:t>
            </a:r>
          </a:p>
        </p:txBody>
      </p:sp>
      <p:sp>
        <p:nvSpPr>
          <p:cNvPr id="37" name="Text Placeholder 36">
            <a:extLst>
              <a:ext uri="{FF2B5EF4-FFF2-40B4-BE49-F238E27FC236}">
                <a16:creationId xmlns:a16="http://schemas.microsoft.com/office/drawing/2014/main" id="{2D14101B-F5B0-4412-B50A-87D48857B9C9}"/>
              </a:ext>
            </a:extLst>
          </p:cNvPr>
          <p:cNvSpPr>
            <a:spLocks noGrp="1"/>
          </p:cNvSpPr>
          <p:nvPr>
            <p:ph type="body" sz="quarter" idx="13"/>
          </p:nvPr>
        </p:nvSpPr>
        <p:spPr>
          <a:xfrm>
            <a:off x="8559132" y="3047297"/>
            <a:ext cx="2859090" cy="1392871"/>
          </a:xfrm>
        </p:spPr>
        <p:txBody>
          <a:bodyPr>
            <a:noAutofit/>
          </a:bodyPr>
          <a:lstStyle/>
          <a:p>
            <a:r>
              <a:rPr lang="en-US" sz="1800" b="0" i="0">
                <a:solidFill>
                  <a:srgbClr val="FFFFFF"/>
                </a:solidFill>
                <a:effectLst/>
                <a:latin typeface="Segoe UI Historic" panose="020B0502040204020203" pitchFamily="34" charset="0"/>
              </a:rPr>
              <a:t>Customers move to higher tiers with better benefits as they spend more (e.g., Sephora Beauty Insider). </a:t>
            </a:r>
            <a:br>
              <a:rPr lang="en-US" sz="1800"/>
            </a:br>
            <a:endParaRPr lang="en-US" sz="1800"/>
          </a:p>
        </p:txBody>
      </p:sp>
      <p:sp>
        <p:nvSpPr>
          <p:cNvPr id="28" name="Text Placeholder 27">
            <a:extLst>
              <a:ext uri="{FF2B5EF4-FFF2-40B4-BE49-F238E27FC236}">
                <a16:creationId xmlns:a16="http://schemas.microsoft.com/office/drawing/2014/main" id="{864E06E4-A832-49D6-9243-19E0E901EF2C}"/>
              </a:ext>
            </a:extLst>
          </p:cNvPr>
          <p:cNvSpPr>
            <a:spLocks noGrp="1"/>
          </p:cNvSpPr>
          <p:nvPr>
            <p:ph type="body" sz="quarter" idx="24"/>
          </p:nvPr>
        </p:nvSpPr>
        <p:spPr>
          <a:xfrm>
            <a:off x="4317847" y="2656625"/>
            <a:ext cx="2751741" cy="863951"/>
          </a:xfrm>
        </p:spPr>
        <p:txBody>
          <a:bodyPr>
            <a:normAutofit/>
          </a:bodyPr>
          <a:lstStyle/>
          <a:p>
            <a:pPr marL="285750" indent="-285750">
              <a:buFont typeface="Wingdings" panose="05000000000000000000" pitchFamily="2" charset="2"/>
              <a:buChar char="§"/>
            </a:pPr>
            <a:r>
              <a:rPr lang="en-US"/>
              <a:t>PAID LOYALTY PROGRAMS</a:t>
            </a:r>
          </a:p>
        </p:txBody>
      </p:sp>
      <p:sp>
        <p:nvSpPr>
          <p:cNvPr id="27" name="Text Placeholder 26">
            <a:extLst>
              <a:ext uri="{FF2B5EF4-FFF2-40B4-BE49-F238E27FC236}">
                <a16:creationId xmlns:a16="http://schemas.microsoft.com/office/drawing/2014/main" id="{B27C4FF5-17CE-4A2F-A697-CF05BAABED57}"/>
              </a:ext>
            </a:extLst>
          </p:cNvPr>
          <p:cNvSpPr>
            <a:spLocks noGrp="1"/>
          </p:cNvSpPr>
          <p:nvPr>
            <p:ph type="body" sz="quarter" idx="23"/>
          </p:nvPr>
        </p:nvSpPr>
        <p:spPr>
          <a:xfrm>
            <a:off x="6922553" y="4803887"/>
            <a:ext cx="2859090" cy="526210"/>
          </a:xfrm>
        </p:spPr>
        <p:txBody>
          <a:bodyPr>
            <a:normAutofit lnSpcReduction="10000"/>
          </a:bodyPr>
          <a:lstStyle/>
          <a:p>
            <a:pPr marL="285750" indent="-285750">
              <a:buFont typeface="Wingdings" panose="05000000000000000000" pitchFamily="2" charset="2"/>
              <a:buChar char="§"/>
            </a:pPr>
            <a:r>
              <a:rPr lang="en-US"/>
              <a:t>COALITION PROGRAMS</a:t>
            </a:r>
          </a:p>
        </p:txBody>
      </p:sp>
      <p:sp>
        <p:nvSpPr>
          <p:cNvPr id="40" name="Text Placeholder 39">
            <a:extLst>
              <a:ext uri="{FF2B5EF4-FFF2-40B4-BE49-F238E27FC236}">
                <a16:creationId xmlns:a16="http://schemas.microsoft.com/office/drawing/2014/main" id="{693ECB3E-F948-4E10-8437-85C02E7E0978}"/>
              </a:ext>
            </a:extLst>
          </p:cNvPr>
          <p:cNvSpPr>
            <a:spLocks noGrp="1"/>
          </p:cNvSpPr>
          <p:nvPr>
            <p:ph type="body" sz="quarter" idx="19"/>
          </p:nvPr>
        </p:nvSpPr>
        <p:spPr>
          <a:xfrm>
            <a:off x="4366759" y="3182834"/>
            <a:ext cx="2859089" cy="1337681"/>
          </a:xfrm>
        </p:spPr>
        <p:txBody>
          <a:bodyPr>
            <a:noAutofit/>
          </a:bodyPr>
          <a:lstStyle/>
          <a:p>
            <a:r>
              <a:rPr lang="en-US" sz="2000" b="0" i="0">
                <a:solidFill>
                  <a:srgbClr val="FFFFFF"/>
                </a:solidFill>
                <a:effectLst/>
                <a:latin typeface="Segoe UI Historic" panose="020B0502040204020203" pitchFamily="34" charset="0"/>
              </a:rPr>
              <a:t>Customers pay a fee to receive ongoing benefits (e.g., Amazon Prime). </a:t>
            </a:r>
            <a:br>
              <a:rPr lang="en-US" sz="2000"/>
            </a:br>
            <a:endParaRPr lang="en-US" sz="2000"/>
          </a:p>
        </p:txBody>
      </p:sp>
      <p:sp>
        <p:nvSpPr>
          <p:cNvPr id="39" name="Text Placeholder 38">
            <a:extLst>
              <a:ext uri="{FF2B5EF4-FFF2-40B4-BE49-F238E27FC236}">
                <a16:creationId xmlns:a16="http://schemas.microsoft.com/office/drawing/2014/main" id="{FEC8BFBF-FB6C-40C7-9FB3-ACB390C4C6A9}"/>
              </a:ext>
            </a:extLst>
          </p:cNvPr>
          <p:cNvSpPr>
            <a:spLocks noGrp="1"/>
          </p:cNvSpPr>
          <p:nvPr>
            <p:ph type="body" sz="quarter" idx="18"/>
          </p:nvPr>
        </p:nvSpPr>
        <p:spPr>
          <a:xfrm>
            <a:off x="7129587" y="5354949"/>
            <a:ext cx="2859090" cy="1784583"/>
          </a:xfrm>
        </p:spPr>
        <p:txBody>
          <a:bodyPr>
            <a:noAutofit/>
          </a:bodyPr>
          <a:lstStyle/>
          <a:p>
            <a:r>
              <a:rPr lang="en-US" sz="2000" b="0" i="0">
                <a:solidFill>
                  <a:srgbClr val="FFFFFF"/>
                </a:solidFill>
                <a:effectLst/>
                <a:latin typeface="Segoe UI Historic" panose="020B0502040204020203" pitchFamily="34" charset="0"/>
              </a:rPr>
              <a:t>Multiple businesses offer rewards under one program (e.g., Air Miles). </a:t>
            </a:r>
            <a:br>
              <a:rPr lang="en-US" sz="2000"/>
            </a:br>
            <a:endParaRPr lang="en-US" sz="2000"/>
          </a:p>
        </p:txBody>
      </p:sp>
      <p:sp>
        <p:nvSpPr>
          <p:cNvPr id="2" name="Text Placeholder 37">
            <a:extLst>
              <a:ext uri="{FF2B5EF4-FFF2-40B4-BE49-F238E27FC236}">
                <a16:creationId xmlns:a16="http://schemas.microsoft.com/office/drawing/2014/main" id="{BB0710E2-33C2-720D-6658-8FB036E3F043}"/>
              </a:ext>
            </a:extLst>
          </p:cNvPr>
          <p:cNvSpPr txBox="1">
            <a:spLocks/>
          </p:cNvSpPr>
          <p:nvPr/>
        </p:nvSpPr>
        <p:spPr>
          <a:xfrm>
            <a:off x="1854765" y="5418956"/>
            <a:ext cx="3399873" cy="1375492"/>
          </a:xfrm>
          <a:prstGeom prst="rect">
            <a:avLst/>
          </a:prstGeom>
        </p:spPr>
        <p:txBody>
          <a:bodyPr vert="horz" lIns="91440" tIns="45720" rIns="91440" bIns="45720" rtlCol="0">
            <a:noAutofit/>
          </a:bodyPr>
          <a:lstStyle>
            <a:lvl1pPr marL="0" indent="0" algn="l" defTabSz="914400" rtl="0" eaLnBrk="1" latinLnBrk="0" hangingPunct="1">
              <a:lnSpc>
                <a:spcPct val="114000"/>
              </a:lnSpc>
              <a:spcBef>
                <a:spcPts val="0"/>
              </a:spcBef>
              <a:buFont typeface="Arial" panose="020B0604020202020204" pitchFamily="34" charset="0"/>
              <a:buNone/>
              <a:defRPr sz="1400" kern="1200" cap="none" spc="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rgbClr val="FFFFFF"/>
                </a:solidFill>
                <a:latin typeface="Segoe UI Historic" panose="020B0502040204020203" pitchFamily="34" charset="0"/>
              </a:rPr>
              <a:t>I</a:t>
            </a:r>
            <a:r>
              <a:rPr lang="en-US" sz="2000" b="0" i="0">
                <a:solidFill>
                  <a:srgbClr val="FFFFFF"/>
                </a:solidFill>
                <a:effectLst/>
                <a:latin typeface="Segoe UI Historic" panose="020B0502040204020203" pitchFamily="34" charset="0"/>
              </a:rPr>
              <a:t>ncorporate games or challenges (e.g., Nike Run Club badges). </a:t>
            </a:r>
            <a:br>
              <a:rPr lang="en-US" sz="2000"/>
            </a:br>
            <a:endParaRPr lang="en-US" sz="2000"/>
          </a:p>
        </p:txBody>
      </p:sp>
      <p:sp>
        <p:nvSpPr>
          <p:cNvPr id="6" name="Text Placeholder 37">
            <a:extLst>
              <a:ext uri="{FF2B5EF4-FFF2-40B4-BE49-F238E27FC236}">
                <a16:creationId xmlns:a16="http://schemas.microsoft.com/office/drawing/2014/main" id="{CDB8A22A-6ABC-D01F-BE79-871FCBEACB1E}"/>
              </a:ext>
            </a:extLst>
          </p:cNvPr>
          <p:cNvSpPr txBox="1">
            <a:spLocks/>
          </p:cNvSpPr>
          <p:nvPr/>
        </p:nvSpPr>
        <p:spPr>
          <a:xfrm>
            <a:off x="362395" y="3245127"/>
            <a:ext cx="2859089" cy="1093117"/>
          </a:xfrm>
          <a:prstGeom prst="rect">
            <a:avLst/>
          </a:prstGeom>
        </p:spPr>
        <p:txBody>
          <a:bodyPr vert="horz" lIns="91440" tIns="45720" rIns="91440" bIns="45720" rtlCol="0">
            <a:noAutofit/>
          </a:bodyPr>
          <a:lstStyle>
            <a:lvl1pPr marL="0" indent="0" algn="l" defTabSz="914400" rtl="0" eaLnBrk="1" latinLnBrk="0" hangingPunct="1">
              <a:lnSpc>
                <a:spcPct val="114000"/>
              </a:lnSpc>
              <a:spcBef>
                <a:spcPts val="0"/>
              </a:spcBef>
              <a:buFont typeface="Arial" panose="020B0604020202020204" pitchFamily="34" charset="0"/>
              <a:buNone/>
              <a:defRPr sz="1400" kern="1200" cap="none" spc="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 </a:t>
            </a:r>
            <a:r>
              <a:rPr lang="en-US" sz="2000" b="0" i="0">
                <a:solidFill>
                  <a:srgbClr val="FFFFFF"/>
                </a:solidFill>
                <a:effectLst/>
                <a:latin typeface="Segoe UI Historic" panose="020B0502040204020203" pitchFamily="34" charset="0"/>
              </a:rPr>
              <a:t>Customers earn points for each purchase (e.g., Starbucks Rewards). </a:t>
            </a:r>
            <a:br>
              <a:rPr lang="en-US" sz="2000"/>
            </a:br>
            <a:endParaRPr lang="en-US" sz="2000"/>
          </a:p>
        </p:txBody>
      </p:sp>
      <p:sp>
        <p:nvSpPr>
          <p:cNvPr id="41" name="TextBox 40">
            <a:extLst>
              <a:ext uri="{FF2B5EF4-FFF2-40B4-BE49-F238E27FC236}">
                <a16:creationId xmlns:a16="http://schemas.microsoft.com/office/drawing/2014/main" id="{1BCBCF9E-6FDE-5811-89B7-42EFB5713105}"/>
              </a:ext>
            </a:extLst>
          </p:cNvPr>
          <p:cNvSpPr txBox="1"/>
          <p:nvPr/>
        </p:nvSpPr>
        <p:spPr>
          <a:xfrm>
            <a:off x="1854765" y="4713049"/>
            <a:ext cx="2891888" cy="707886"/>
          </a:xfrm>
          <a:prstGeom prst="rect">
            <a:avLst/>
          </a:prstGeom>
          <a:noFill/>
        </p:spPr>
        <p:txBody>
          <a:bodyPr wrap="square">
            <a:spAutoFit/>
          </a:bodyPr>
          <a:lstStyle/>
          <a:p>
            <a:pPr marL="342900" indent="-342900">
              <a:buFont typeface="Wingdings" panose="05000000000000000000" pitchFamily="2" charset="2"/>
              <a:buChar char="§"/>
            </a:pPr>
            <a:r>
              <a:rPr lang="en-US" sz="2000">
                <a:solidFill>
                  <a:schemeClr val="accent6">
                    <a:lumMod val="75000"/>
                  </a:schemeClr>
                </a:solidFill>
                <a:latin typeface="+mj-lt"/>
              </a:rPr>
              <a:t>Gamified Programs</a:t>
            </a:r>
          </a:p>
        </p:txBody>
      </p:sp>
      <p:sp>
        <p:nvSpPr>
          <p:cNvPr id="45" name="TextBox 44">
            <a:extLst>
              <a:ext uri="{FF2B5EF4-FFF2-40B4-BE49-F238E27FC236}">
                <a16:creationId xmlns:a16="http://schemas.microsoft.com/office/drawing/2014/main" id="{461301C2-8209-1FF9-9C2F-D99F81421B08}"/>
              </a:ext>
            </a:extLst>
          </p:cNvPr>
          <p:cNvSpPr txBox="1"/>
          <p:nvPr/>
        </p:nvSpPr>
        <p:spPr>
          <a:xfrm>
            <a:off x="113733" y="604573"/>
            <a:ext cx="11713082" cy="923330"/>
          </a:xfrm>
          <a:prstGeom prst="rect">
            <a:avLst/>
          </a:prstGeom>
          <a:noFill/>
        </p:spPr>
        <p:txBody>
          <a:bodyPr wrap="square">
            <a:spAutoFit/>
          </a:bodyPr>
          <a:lstStyle/>
          <a:p>
            <a:r>
              <a:rPr lang="en-US" b="0" i="0">
                <a:solidFill>
                  <a:srgbClr val="FFFFFF"/>
                </a:solidFill>
                <a:effectLst/>
                <a:latin typeface="Segoe UI Historic" panose="020B0502040204020203" pitchFamily="34" charset="0"/>
              </a:rPr>
              <a:t>DEFINITION: Relationship Marketing is a long-term strategy focused on building deeper relationships with customers rather than just driving short-term sales. </a:t>
            </a:r>
            <a:br>
              <a:rPr lang="en-US"/>
            </a:br>
            <a:endParaRPr lang="en-PH"/>
          </a:p>
        </p:txBody>
      </p:sp>
      <p:sp>
        <p:nvSpPr>
          <p:cNvPr id="47" name="TextBox 46">
            <a:extLst>
              <a:ext uri="{FF2B5EF4-FFF2-40B4-BE49-F238E27FC236}">
                <a16:creationId xmlns:a16="http://schemas.microsoft.com/office/drawing/2014/main" id="{1A48924D-CF12-2D7F-6E18-EC141564382B}"/>
              </a:ext>
            </a:extLst>
          </p:cNvPr>
          <p:cNvSpPr txBox="1"/>
          <p:nvPr/>
        </p:nvSpPr>
        <p:spPr>
          <a:xfrm>
            <a:off x="113733" y="156419"/>
            <a:ext cx="6155032" cy="369332"/>
          </a:xfrm>
          <a:prstGeom prst="rect">
            <a:avLst/>
          </a:prstGeom>
          <a:noFill/>
        </p:spPr>
        <p:txBody>
          <a:bodyPr wrap="square">
            <a:spAutoFit/>
          </a:bodyPr>
          <a:lstStyle/>
          <a:p>
            <a:r>
              <a:rPr lang="en-US">
                <a:solidFill>
                  <a:schemeClr val="accent6">
                    <a:lumMod val="75000"/>
                  </a:schemeClr>
                </a:solidFill>
                <a:latin typeface="+mj-lt"/>
              </a:rPr>
              <a:t>RELATIONSHIP MARKETING (RM)</a:t>
            </a:r>
            <a:endParaRPr lang="en-PH">
              <a:solidFill>
                <a:schemeClr val="accent6">
                  <a:lumMod val="75000"/>
                </a:schemeClr>
              </a:solidFill>
              <a:latin typeface="+mj-lt"/>
            </a:endParaRPr>
          </a:p>
        </p:txBody>
      </p:sp>
    </p:spTree>
    <p:extLst>
      <p:ext uri="{BB962C8B-B14F-4D97-AF65-F5344CB8AC3E}">
        <p14:creationId xmlns:p14="http://schemas.microsoft.com/office/powerpoint/2010/main" val="414789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4FCDBC-667C-8E02-6B33-25D36559D52B}"/>
              </a:ext>
            </a:extLst>
          </p:cNvPr>
          <p:cNvSpPr>
            <a:spLocks noGrp="1"/>
          </p:cNvSpPr>
          <p:nvPr>
            <p:ph type="sldNum" sz="quarter" idx="12"/>
          </p:nvPr>
        </p:nvSpPr>
        <p:spPr/>
        <p:txBody>
          <a:bodyPr/>
          <a:lstStyle/>
          <a:p>
            <a:fld id="{A402E4C0-AD5E-4E8C-9F21-7CCE474BDCEB}" type="slidenum">
              <a:rPr lang="en-US" smtClean="0"/>
              <a:pPr/>
              <a:t>5</a:t>
            </a:fld>
            <a:endParaRPr lang="en-US"/>
          </a:p>
        </p:txBody>
      </p:sp>
      <p:sp>
        <p:nvSpPr>
          <p:cNvPr id="20" name="Text Placeholder 19">
            <a:extLst>
              <a:ext uri="{FF2B5EF4-FFF2-40B4-BE49-F238E27FC236}">
                <a16:creationId xmlns:a16="http://schemas.microsoft.com/office/drawing/2014/main" id="{560A4F08-A0DB-18B4-8EC6-4F5624136DDB}"/>
              </a:ext>
            </a:extLst>
          </p:cNvPr>
          <p:cNvSpPr>
            <a:spLocks noGrp="1"/>
          </p:cNvSpPr>
          <p:nvPr>
            <p:ph type="body" sz="quarter" idx="17"/>
          </p:nvPr>
        </p:nvSpPr>
        <p:spPr>
          <a:xfrm>
            <a:off x="292514" y="2101180"/>
            <a:ext cx="8841988" cy="2125763"/>
          </a:xfrm>
        </p:spPr>
        <p:txBody>
          <a:bodyPr>
            <a:normAutofit fontScale="92500" lnSpcReduction="20000"/>
          </a:bodyPr>
          <a:lstStyle/>
          <a:p>
            <a:pPr marL="285750" indent="-285750">
              <a:buFont typeface="Wingdings" panose="05000000000000000000" pitchFamily="2" charset="2"/>
              <a:buChar char="Ø"/>
            </a:pPr>
            <a:r>
              <a:rPr lang="en-US" sz="2000" b="0" i="0">
                <a:solidFill>
                  <a:schemeClr val="accent5">
                    <a:lumMod val="40000"/>
                    <a:lumOff val="60000"/>
                  </a:schemeClr>
                </a:solidFill>
                <a:effectLst/>
                <a:latin typeface="Segoe UI Historic" panose="020B0502040204020203" pitchFamily="34" charset="0"/>
              </a:rPr>
              <a:t>Personalization</a:t>
            </a:r>
            <a:r>
              <a:rPr lang="en-US" sz="2000" b="0" i="0">
                <a:solidFill>
                  <a:srgbClr val="FFFFFF"/>
                </a:solidFill>
                <a:effectLst/>
                <a:latin typeface="Segoe UI Historic" panose="020B0502040204020203" pitchFamily="34" charset="0"/>
              </a:rPr>
              <a:t>: Tailoring messages and offers to individual preferences. </a:t>
            </a:r>
            <a:br>
              <a:rPr lang="en-US" sz="2000"/>
            </a:br>
            <a:endParaRPr lang="en-US" sz="2000"/>
          </a:p>
          <a:p>
            <a:pPr marL="285750" indent="-285750">
              <a:buFont typeface="Wingdings" panose="05000000000000000000" pitchFamily="2" charset="2"/>
              <a:buChar char="Ø"/>
            </a:pPr>
            <a:r>
              <a:rPr lang="en-PH" sz="2000" b="0" i="0">
                <a:solidFill>
                  <a:schemeClr val="accent5">
                    <a:lumMod val="40000"/>
                    <a:lumOff val="60000"/>
                  </a:schemeClr>
                </a:solidFill>
                <a:effectLst/>
                <a:latin typeface="Segoe UI Historic" panose="020B0502040204020203" pitchFamily="34" charset="0"/>
              </a:rPr>
              <a:t>Customer Engagement</a:t>
            </a:r>
            <a:r>
              <a:rPr lang="en-PH" sz="2000" b="0" i="0">
                <a:solidFill>
                  <a:srgbClr val="FFFFFF"/>
                </a:solidFill>
                <a:effectLst/>
                <a:latin typeface="Segoe UI Historic" panose="020B0502040204020203" pitchFamily="34" charset="0"/>
              </a:rPr>
              <a:t>: Ongoing interaction via social media, email, apps.</a:t>
            </a:r>
          </a:p>
          <a:p>
            <a:endParaRPr lang="en-PH" sz="2000" b="0" i="0">
              <a:solidFill>
                <a:srgbClr val="FFFFFF"/>
              </a:solidFill>
              <a:effectLst/>
              <a:latin typeface="Segoe UI Historic" panose="020B0502040204020203" pitchFamily="34" charset="0"/>
            </a:endParaRPr>
          </a:p>
          <a:p>
            <a:pPr marL="285750" indent="-285750">
              <a:buFont typeface="Wingdings" panose="05000000000000000000" pitchFamily="2" charset="2"/>
              <a:buChar char="Ø"/>
            </a:pPr>
            <a:r>
              <a:rPr lang="en-US" sz="2000" b="0" i="0">
                <a:solidFill>
                  <a:schemeClr val="accent5">
                    <a:lumMod val="40000"/>
                    <a:lumOff val="60000"/>
                  </a:schemeClr>
                </a:solidFill>
                <a:effectLst/>
                <a:latin typeface="Segoe UI Historic" panose="020B0502040204020203" pitchFamily="34" charset="0"/>
              </a:rPr>
              <a:t>Customer Feedback</a:t>
            </a:r>
            <a:r>
              <a:rPr lang="en-US" sz="2000" b="0" i="0">
                <a:solidFill>
                  <a:srgbClr val="FFFFFF"/>
                </a:solidFill>
                <a:effectLst/>
                <a:latin typeface="Segoe UI Historic" panose="020B0502040204020203" pitchFamily="34" charset="0"/>
              </a:rPr>
              <a:t>: Listening and responding to customer needs. </a:t>
            </a:r>
          </a:p>
          <a:p>
            <a:endParaRPr lang="en-US" sz="2000">
              <a:solidFill>
                <a:srgbClr val="FFFFFF"/>
              </a:solidFill>
              <a:latin typeface="Segoe UI Historic" panose="020B0502040204020203" pitchFamily="34" charset="0"/>
            </a:endParaRPr>
          </a:p>
          <a:p>
            <a:pPr marL="285750" indent="-285750">
              <a:buFont typeface="Wingdings" panose="05000000000000000000" pitchFamily="2" charset="2"/>
              <a:buChar char="Ø"/>
            </a:pPr>
            <a:r>
              <a:rPr lang="en-US" sz="2000" b="0" i="0">
                <a:solidFill>
                  <a:schemeClr val="accent5">
                    <a:lumMod val="40000"/>
                    <a:lumOff val="60000"/>
                  </a:schemeClr>
                </a:solidFill>
                <a:effectLst/>
                <a:latin typeface="Segoe UI Historic" panose="020B0502040204020203" pitchFamily="34" charset="0"/>
              </a:rPr>
              <a:t>After-Sales Support</a:t>
            </a:r>
            <a:r>
              <a:rPr lang="en-US" sz="2000" b="0" i="0">
                <a:solidFill>
                  <a:srgbClr val="FFFFFF"/>
                </a:solidFill>
                <a:effectLst/>
                <a:latin typeface="Segoe UI Historic" panose="020B0502040204020203" pitchFamily="34" charset="0"/>
              </a:rPr>
              <a:t>: Strong post-purchase service. </a:t>
            </a:r>
            <a:endParaRPr lang="en-PH" sz="2000"/>
          </a:p>
        </p:txBody>
      </p:sp>
      <p:sp>
        <p:nvSpPr>
          <p:cNvPr id="23" name="Text Placeholder 22">
            <a:extLst>
              <a:ext uri="{FF2B5EF4-FFF2-40B4-BE49-F238E27FC236}">
                <a16:creationId xmlns:a16="http://schemas.microsoft.com/office/drawing/2014/main" id="{D1144785-82DD-171A-1D6D-33301D4A64A3}"/>
              </a:ext>
            </a:extLst>
          </p:cNvPr>
          <p:cNvSpPr>
            <a:spLocks noGrp="1"/>
          </p:cNvSpPr>
          <p:nvPr>
            <p:ph type="body" sz="quarter" idx="22"/>
          </p:nvPr>
        </p:nvSpPr>
        <p:spPr>
          <a:xfrm>
            <a:off x="198409" y="1736055"/>
            <a:ext cx="2859091" cy="365125"/>
          </a:xfrm>
        </p:spPr>
        <p:txBody>
          <a:bodyPr/>
          <a:lstStyle/>
          <a:p>
            <a:r>
              <a:rPr lang="en-PH"/>
              <a:t>KEY COMPONENTS</a:t>
            </a:r>
          </a:p>
        </p:txBody>
      </p:sp>
      <p:sp>
        <p:nvSpPr>
          <p:cNvPr id="17" name="Title 16">
            <a:extLst>
              <a:ext uri="{FF2B5EF4-FFF2-40B4-BE49-F238E27FC236}">
                <a16:creationId xmlns:a16="http://schemas.microsoft.com/office/drawing/2014/main" id="{57E90CFD-5147-39C7-DD0C-2E602DB75230}"/>
              </a:ext>
            </a:extLst>
          </p:cNvPr>
          <p:cNvSpPr>
            <a:spLocks noGrp="1"/>
          </p:cNvSpPr>
          <p:nvPr>
            <p:ph type="title"/>
          </p:nvPr>
        </p:nvSpPr>
        <p:spPr>
          <a:xfrm>
            <a:off x="86264" y="284176"/>
            <a:ext cx="6009735" cy="388998"/>
          </a:xfrm>
        </p:spPr>
        <p:txBody>
          <a:bodyPr>
            <a:noAutofit/>
          </a:bodyPr>
          <a:lstStyle/>
          <a:p>
            <a:r>
              <a:rPr lang="en-PH" sz="1800">
                <a:solidFill>
                  <a:schemeClr val="accent4">
                    <a:lumMod val="75000"/>
                  </a:schemeClr>
                </a:solidFill>
              </a:rPr>
              <a:t>RELATIONSHIP MARKETING(RM)</a:t>
            </a:r>
          </a:p>
        </p:txBody>
      </p:sp>
      <p:sp>
        <p:nvSpPr>
          <p:cNvPr id="27" name="TextBox 26">
            <a:extLst>
              <a:ext uri="{FF2B5EF4-FFF2-40B4-BE49-F238E27FC236}">
                <a16:creationId xmlns:a16="http://schemas.microsoft.com/office/drawing/2014/main" id="{419CF22F-C8AF-BE87-B5F2-66D1321B6D75}"/>
              </a:ext>
            </a:extLst>
          </p:cNvPr>
          <p:cNvSpPr txBox="1"/>
          <p:nvPr/>
        </p:nvSpPr>
        <p:spPr>
          <a:xfrm>
            <a:off x="0" y="812725"/>
            <a:ext cx="10910977" cy="923330"/>
          </a:xfrm>
          <a:prstGeom prst="rect">
            <a:avLst/>
          </a:prstGeom>
          <a:noFill/>
        </p:spPr>
        <p:txBody>
          <a:bodyPr wrap="square">
            <a:spAutoFit/>
          </a:bodyPr>
          <a:lstStyle/>
          <a:p>
            <a:r>
              <a:rPr lang="en-US" b="0" i="0">
                <a:solidFill>
                  <a:srgbClr val="FFFFFF"/>
                </a:solidFill>
                <a:effectLst/>
                <a:latin typeface="Segoe UI Historic" panose="020B0502040204020203" pitchFamily="34" charset="0"/>
              </a:rPr>
              <a:t>Definition: Relationship Marketing is a long-term strategy focused on building deeper relationships with customers rather than just driving short-term sales. </a:t>
            </a:r>
            <a:br>
              <a:rPr lang="en-US"/>
            </a:br>
            <a:endParaRPr lang="en-PH"/>
          </a:p>
        </p:txBody>
      </p:sp>
      <p:sp>
        <p:nvSpPr>
          <p:cNvPr id="29" name="TextBox 28">
            <a:extLst>
              <a:ext uri="{FF2B5EF4-FFF2-40B4-BE49-F238E27FC236}">
                <a16:creationId xmlns:a16="http://schemas.microsoft.com/office/drawing/2014/main" id="{C24DB854-0AD0-C844-EFC0-DF4091F4418C}"/>
              </a:ext>
            </a:extLst>
          </p:cNvPr>
          <p:cNvSpPr txBox="1"/>
          <p:nvPr/>
        </p:nvSpPr>
        <p:spPr>
          <a:xfrm>
            <a:off x="292514" y="4226943"/>
            <a:ext cx="6120440" cy="369332"/>
          </a:xfrm>
          <a:prstGeom prst="rect">
            <a:avLst/>
          </a:prstGeom>
          <a:noFill/>
        </p:spPr>
        <p:txBody>
          <a:bodyPr wrap="square">
            <a:spAutoFit/>
          </a:bodyPr>
          <a:lstStyle/>
          <a:p>
            <a:r>
              <a:rPr lang="en-PH">
                <a:solidFill>
                  <a:schemeClr val="accent1">
                    <a:lumMod val="60000"/>
                    <a:lumOff val="40000"/>
                  </a:schemeClr>
                </a:solidFill>
                <a:latin typeface="+mj-lt"/>
              </a:rPr>
              <a:t>BENEFITS</a:t>
            </a:r>
          </a:p>
        </p:txBody>
      </p:sp>
      <p:sp>
        <p:nvSpPr>
          <p:cNvPr id="31" name="TextBox 30">
            <a:extLst>
              <a:ext uri="{FF2B5EF4-FFF2-40B4-BE49-F238E27FC236}">
                <a16:creationId xmlns:a16="http://schemas.microsoft.com/office/drawing/2014/main" id="{F7ADFF84-502C-B68E-9944-04B77626F3C2}"/>
              </a:ext>
            </a:extLst>
          </p:cNvPr>
          <p:cNvSpPr txBox="1"/>
          <p:nvPr/>
        </p:nvSpPr>
        <p:spPr>
          <a:xfrm>
            <a:off x="292514" y="4592068"/>
            <a:ext cx="6970928" cy="2585323"/>
          </a:xfrm>
          <a:prstGeom prst="rect">
            <a:avLst/>
          </a:prstGeom>
          <a:noFill/>
        </p:spPr>
        <p:txBody>
          <a:bodyPr wrap="square">
            <a:spAutoFit/>
          </a:bodyPr>
          <a:lstStyle/>
          <a:p>
            <a:pPr marL="285750" indent="-285750">
              <a:buFont typeface="Wingdings" panose="05000000000000000000" pitchFamily="2" charset="2"/>
              <a:buChar char="ü"/>
            </a:pPr>
            <a:r>
              <a:rPr lang="en-US" b="0" i="0">
                <a:solidFill>
                  <a:schemeClr val="accent1">
                    <a:lumMod val="20000"/>
                    <a:lumOff val="80000"/>
                  </a:schemeClr>
                </a:solidFill>
                <a:effectLst/>
                <a:latin typeface="Segoe UI Historic" panose="020B0502040204020203" pitchFamily="34" charset="0"/>
              </a:rPr>
              <a:t>Builds brand trust and emotional connection</a:t>
            </a:r>
            <a:r>
              <a:rPr lang="en-US" b="0" i="0">
                <a:solidFill>
                  <a:srgbClr val="FFFFFF"/>
                </a:solidFill>
                <a:effectLst/>
                <a:latin typeface="Segoe UI Historic" panose="020B0502040204020203" pitchFamily="34" charset="0"/>
              </a:rPr>
              <a:t>.</a:t>
            </a:r>
          </a:p>
          <a:p>
            <a:r>
              <a:rPr lang="en-US" b="0" i="0">
                <a:solidFill>
                  <a:srgbClr val="FFFFFF"/>
                </a:solidFill>
                <a:effectLst/>
                <a:latin typeface="Segoe UI Historic" panose="020B0502040204020203" pitchFamily="34" charset="0"/>
              </a:rPr>
              <a:t> </a:t>
            </a:r>
            <a:endParaRPr lang="en-US"/>
          </a:p>
          <a:p>
            <a:pPr marL="285750" indent="-285750">
              <a:buFont typeface="Wingdings" panose="05000000000000000000" pitchFamily="2" charset="2"/>
              <a:buChar char="ü"/>
            </a:pPr>
            <a:r>
              <a:rPr lang="en-PH" b="0" i="0">
                <a:solidFill>
                  <a:schemeClr val="accent1">
                    <a:lumMod val="20000"/>
                    <a:lumOff val="80000"/>
                  </a:schemeClr>
                </a:solidFill>
                <a:effectLst/>
                <a:latin typeface="Segoe UI Historic" panose="020B0502040204020203" pitchFamily="34" charset="0"/>
              </a:rPr>
              <a:t>Improves customer satisfaction. </a:t>
            </a:r>
          </a:p>
          <a:p>
            <a:pPr marL="285750" indent="-285750">
              <a:buFont typeface="Wingdings" panose="05000000000000000000" pitchFamily="2" charset="2"/>
              <a:buChar char="ü"/>
            </a:pPr>
            <a:endParaRPr lang="en-PH" b="0" i="0">
              <a:solidFill>
                <a:schemeClr val="accent1">
                  <a:lumMod val="20000"/>
                  <a:lumOff val="80000"/>
                </a:schemeClr>
              </a:solidFill>
              <a:effectLst/>
              <a:latin typeface="Segoe UI Historic" panose="020B0502040204020203" pitchFamily="34" charset="0"/>
            </a:endParaRPr>
          </a:p>
          <a:p>
            <a:pPr marL="285750" indent="-285750">
              <a:buFont typeface="Wingdings" panose="05000000000000000000" pitchFamily="2" charset="2"/>
              <a:buChar char="ü"/>
            </a:pPr>
            <a:r>
              <a:rPr lang="en-PH" b="0" i="0">
                <a:solidFill>
                  <a:schemeClr val="accent1">
                    <a:lumMod val="20000"/>
                    <a:lumOff val="80000"/>
                  </a:schemeClr>
                </a:solidFill>
                <a:effectLst/>
                <a:latin typeface="Segoe UI Historic" panose="020B0502040204020203" pitchFamily="34" charset="0"/>
              </a:rPr>
              <a:t>Increases referrals and word-of-mouth. </a:t>
            </a:r>
          </a:p>
          <a:p>
            <a:pPr marL="285750" indent="-285750">
              <a:buFont typeface="Wingdings" panose="05000000000000000000" pitchFamily="2" charset="2"/>
              <a:buChar char="ü"/>
            </a:pPr>
            <a:endParaRPr lang="en-PH" b="0" i="0">
              <a:solidFill>
                <a:schemeClr val="accent1">
                  <a:lumMod val="20000"/>
                  <a:lumOff val="80000"/>
                </a:schemeClr>
              </a:solidFill>
              <a:effectLst/>
              <a:latin typeface="Segoe UI Historic" panose="020B0502040204020203" pitchFamily="34" charset="0"/>
            </a:endParaRPr>
          </a:p>
          <a:p>
            <a:pPr marL="285750" indent="-285750">
              <a:buFont typeface="Wingdings" panose="05000000000000000000" pitchFamily="2" charset="2"/>
              <a:buChar char="ü"/>
            </a:pPr>
            <a:r>
              <a:rPr lang="en-PH" b="0" i="0">
                <a:solidFill>
                  <a:schemeClr val="accent1">
                    <a:lumMod val="20000"/>
                    <a:lumOff val="80000"/>
                  </a:schemeClr>
                </a:solidFill>
                <a:effectLst/>
                <a:latin typeface="Segoe UI Historic" panose="020B0502040204020203" pitchFamily="34" charset="0"/>
              </a:rPr>
              <a:t>Enhances customer loyalty organically</a:t>
            </a:r>
            <a:r>
              <a:rPr lang="en-PH" b="0" i="0">
                <a:solidFill>
                  <a:srgbClr val="FFFFFF"/>
                </a:solidFill>
                <a:effectLst/>
                <a:latin typeface="Segoe UI Historic" panose="020B0502040204020203" pitchFamily="34" charset="0"/>
              </a:rPr>
              <a:t>.</a:t>
            </a:r>
            <a:br>
              <a:rPr lang="en-PH"/>
            </a:br>
            <a:br>
              <a:rPr lang="en-PH"/>
            </a:br>
            <a:endParaRPr lang="en-PH"/>
          </a:p>
        </p:txBody>
      </p:sp>
    </p:spTree>
    <p:extLst>
      <p:ext uri="{BB962C8B-B14F-4D97-AF65-F5344CB8AC3E}">
        <p14:creationId xmlns:p14="http://schemas.microsoft.com/office/powerpoint/2010/main" val="4085567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8F832CF7-7607-44FA-A6F6-3FF361BC8C54}"/>
              </a:ext>
            </a:extLst>
          </p:cNvPr>
          <p:cNvSpPr>
            <a:spLocks noGrp="1"/>
          </p:cNvSpPr>
          <p:nvPr>
            <p:ph type="body" sz="quarter" idx="20"/>
          </p:nvPr>
        </p:nvSpPr>
        <p:spPr>
          <a:xfrm>
            <a:off x="3575501" y="2140337"/>
            <a:ext cx="2249245" cy="1083054"/>
          </a:xfrm>
        </p:spPr>
        <p:txBody>
          <a:bodyPr>
            <a:normAutofit/>
          </a:bodyPr>
          <a:lstStyle/>
          <a:p>
            <a:r>
              <a:rPr lang="en-US" b="0" i="0">
                <a:solidFill>
                  <a:srgbClr val="FFFFFF"/>
                </a:solidFill>
                <a:effectLst/>
                <a:latin typeface="Segoe UI Historic" panose="020B0502040204020203" pitchFamily="34" charset="0"/>
              </a:rPr>
              <a:t>Goal Encourage repeat purchases Build long-term relationships </a:t>
            </a:r>
            <a:r>
              <a:rPr lang="en-US"/>
              <a:t>A</a:t>
            </a:r>
          </a:p>
        </p:txBody>
      </p:sp>
      <p:sp>
        <p:nvSpPr>
          <p:cNvPr id="25" name="Text Placeholder 24">
            <a:extLst>
              <a:ext uri="{FF2B5EF4-FFF2-40B4-BE49-F238E27FC236}">
                <a16:creationId xmlns:a16="http://schemas.microsoft.com/office/drawing/2014/main" id="{4309D610-C2A4-44F5-86CF-CAB7B795D87A}"/>
              </a:ext>
            </a:extLst>
          </p:cNvPr>
          <p:cNvSpPr>
            <a:spLocks noGrp="1"/>
          </p:cNvSpPr>
          <p:nvPr>
            <p:ph type="body" sz="quarter" idx="26"/>
          </p:nvPr>
        </p:nvSpPr>
        <p:spPr>
          <a:xfrm>
            <a:off x="6729748" y="2187162"/>
            <a:ext cx="1706965" cy="1048575"/>
          </a:xfrm>
        </p:spPr>
        <p:txBody>
          <a:bodyPr>
            <a:normAutofit fontScale="85000" lnSpcReduction="20000"/>
          </a:bodyPr>
          <a:lstStyle/>
          <a:p>
            <a:r>
              <a:rPr lang="en-US" b="0" i="0">
                <a:solidFill>
                  <a:srgbClr val="FFFFFF"/>
                </a:solidFill>
                <a:effectLst/>
                <a:latin typeface="Segoe UI Historic" panose="020B0502040204020203" pitchFamily="34" charset="0"/>
              </a:rPr>
              <a:t>Focus Rewards and incentives Emotional engagement</a:t>
            </a:r>
            <a:endParaRPr lang="en-US"/>
          </a:p>
        </p:txBody>
      </p:sp>
      <p:sp>
        <p:nvSpPr>
          <p:cNvPr id="21" name="Text Placeholder 20">
            <a:extLst>
              <a:ext uri="{FF2B5EF4-FFF2-40B4-BE49-F238E27FC236}">
                <a16:creationId xmlns:a16="http://schemas.microsoft.com/office/drawing/2014/main" id="{D4E46C20-29A2-437D-B6AF-FD40CF856903}"/>
              </a:ext>
            </a:extLst>
          </p:cNvPr>
          <p:cNvSpPr>
            <a:spLocks noGrp="1"/>
          </p:cNvSpPr>
          <p:nvPr>
            <p:ph type="body" sz="quarter" idx="21"/>
          </p:nvPr>
        </p:nvSpPr>
        <p:spPr>
          <a:xfrm>
            <a:off x="3659187" y="4197990"/>
            <a:ext cx="1933308" cy="864847"/>
          </a:xfrm>
        </p:spPr>
        <p:txBody>
          <a:bodyPr>
            <a:normAutofit/>
          </a:bodyPr>
          <a:lstStyle/>
          <a:p>
            <a:r>
              <a:rPr lang="en-PH" b="0" i="0">
                <a:solidFill>
                  <a:srgbClr val="FFFFFF"/>
                </a:solidFill>
                <a:effectLst/>
                <a:latin typeface="Segoe UI Historic" panose="020B0502040204020203" pitchFamily="34" charset="0"/>
              </a:rPr>
              <a:t>Short-term Impact High Moderate</a:t>
            </a:r>
            <a:endParaRPr lang="en-US"/>
          </a:p>
        </p:txBody>
      </p:sp>
      <p:sp>
        <p:nvSpPr>
          <p:cNvPr id="23" name="Text Placeholder 22">
            <a:extLst>
              <a:ext uri="{FF2B5EF4-FFF2-40B4-BE49-F238E27FC236}">
                <a16:creationId xmlns:a16="http://schemas.microsoft.com/office/drawing/2014/main" id="{DE6D523F-7738-4D52-A95F-0C60A7A17AD9}"/>
              </a:ext>
            </a:extLst>
          </p:cNvPr>
          <p:cNvSpPr>
            <a:spLocks noGrp="1"/>
          </p:cNvSpPr>
          <p:nvPr>
            <p:ph type="body" sz="quarter" idx="23"/>
          </p:nvPr>
        </p:nvSpPr>
        <p:spPr>
          <a:xfrm>
            <a:off x="6891714" y="4216351"/>
            <a:ext cx="1350713" cy="936896"/>
          </a:xfrm>
        </p:spPr>
        <p:txBody>
          <a:bodyPr>
            <a:normAutofit/>
          </a:bodyPr>
          <a:lstStyle/>
          <a:p>
            <a:r>
              <a:rPr lang="en-PH" b="0" i="0">
                <a:solidFill>
                  <a:srgbClr val="FFFFFF"/>
                </a:solidFill>
                <a:effectLst/>
                <a:latin typeface="Segoe UI Historic" panose="020B0502040204020203" pitchFamily="34" charset="0"/>
              </a:rPr>
              <a:t>Long-term Impact Moderate</a:t>
            </a:r>
            <a:endParaRPr lang="en-US"/>
          </a:p>
        </p:txBody>
      </p:sp>
      <p:sp>
        <p:nvSpPr>
          <p:cNvPr id="24" name="Text Placeholder 23">
            <a:extLst>
              <a:ext uri="{FF2B5EF4-FFF2-40B4-BE49-F238E27FC236}">
                <a16:creationId xmlns:a16="http://schemas.microsoft.com/office/drawing/2014/main" id="{46798448-F046-4A21-A5BD-552B9ED2C553}"/>
              </a:ext>
            </a:extLst>
          </p:cNvPr>
          <p:cNvSpPr>
            <a:spLocks noGrp="1"/>
          </p:cNvSpPr>
          <p:nvPr>
            <p:ph type="body" sz="quarter" idx="24"/>
          </p:nvPr>
        </p:nvSpPr>
        <p:spPr>
          <a:xfrm>
            <a:off x="5146936" y="5742630"/>
            <a:ext cx="1744778" cy="939227"/>
          </a:xfrm>
        </p:spPr>
        <p:txBody>
          <a:bodyPr>
            <a:normAutofit fontScale="92500" lnSpcReduction="20000"/>
          </a:bodyPr>
          <a:lstStyle/>
          <a:p>
            <a:r>
              <a:rPr lang="en-US" b="0" i="0">
                <a:solidFill>
                  <a:srgbClr val="FFFFFF"/>
                </a:solidFill>
                <a:effectLst/>
                <a:latin typeface="Segoe UI Historic" panose="020B0502040204020203" pitchFamily="34" charset="0"/>
              </a:rPr>
              <a:t>Customer Data Use Transaction-based Behavior and preference-based</a:t>
            </a:r>
            <a:endParaRPr lang="en-US"/>
          </a:p>
        </p:txBody>
      </p:sp>
      <p:sp>
        <p:nvSpPr>
          <p:cNvPr id="50" name="Slide Number Placeholder 49">
            <a:extLst>
              <a:ext uri="{FF2B5EF4-FFF2-40B4-BE49-F238E27FC236}">
                <a16:creationId xmlns:a16="http://schemas.microsoft.com/office/drawing/2014/main" id="{BFB7C528-0C61-424C-B1CA-1E81969C44E5}"/>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6</a:t>
            </a:fld>
            <a:endParaRPr lang="en-US"/>
          </a:p>
        </p:txBody>
      </p:sp>
      <p:sp>
        <p:nvSpPr>
          <p:cNvPr id="37" name="Rectangle 36">
            <a:extLst>
              <a:ext uri="{FF2B5EF4-FFF2-40B4-BE49-F238E27FC236}">
                <a16:creationId xmlns:a16="http://schemas.microsoft.com/office/drawing/2014/main" id="{B96072A2-2AD1-4FCC-94CB-2D6008B44D73}"/>
              </a:ext>
              <a:ext uri="{C183D7F6-B498-43B3-948B-1728B52AA6E4}">
                <adec:decorative xmlns:adec="http://schemas.microsoft.com/office/drawing/2017/decorative" val="1"/>
              </a:ext>
            </a:extLst>
          </p:cNvPr>
          <p:cNvSpPr/>
          <p:nvPr/>
        </p:nvSpPr>
        <p:spPr>
          <a:xfrm>
            <a:off x="6556874" y="2130726"/>
            <a:ext cx="2009156" cy="1178752"/>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C505B0F-BF52-4666-932C-F0D307204AC6}"/>
              </a:ext>
              <a:ext uri="{C183D7F6-B498-43B3-948B-1728B52AA6E4}">
                <adec:decorative xmlns:adec="http://schemas.microsoft.com/office/drawing/2017/decorative" val="1"/>
              </a:ext>
            </a:extLst>
          </p:cNvPr>
          <p:cNvSpPr/>
          <p:nvPr/>
        </p:nvSpPr>
        <p:spPr>
          <a:xfrm>
            <a:off x="3581400" y="2046443"/>
            <a:ext cx="2249245" cy="1303865"/>
          </a:xfrm>
          <a:prstGeom prst="rect">
            <a:avLst/>
          </a:prstGeom>
          <a:noFill/>
          <a:ln w="25400">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4E743C97-B414-4218-B46A-9211BA1B4B75}"/>
              </a:ext>
              <a:ext uri="{C183D7F6-B498-43B3-948B-1728B52AA6E4}">
                <adec:decorative xmlns:adec="http://schemas.microsoft.com/office/drawing/2017/decorative" val="1"/>
              </a:ext>
            </a:extLst>
          </p:cNvPr>
          <p:cNvSpPr/>
          <p:nvPr/>
        </p:nvSpPr>
        <p:spPr>
          <a:xfrm>
            <a:off x="3575501" y="4095764"/>
            <a:ext cx="2100680" cy="1119705"/>
          </a:xfrm>
          <a:prstGeom prst="rect">
            <a:avLst/>
          </a:prstGeom>
          <a:noFill/>
          <a:ln w="254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FCD02CEE-2A4F-4154-BFEA-5F093E773FE7}"/>
              </a:ext>
              <a:ext uri="{C183D7F6-B498-43B3-948B-1728B52AA6E4}">
                <adec:decorative xmlns:adec="http://schemas.microsoft.com/office/drawing/2017/decorative" val="1"/>
              </a:ext>
            </a:extLst>
          </p:cNvPr>
          <p:cNvSpPr/>
          <p:nvPr/>
        </p:nvSpPr>
        <p:spPr>
          <a:xfrm>
            <a:off x="6465350" y="4124946"/>
            <a:ext cx="2100680" cy="1119705"/>
          </a:xfrm>
          <a:prstGeom prst="rect">
            <a:avLst/>
          </a:prstGeom>
          <a:noFill/>
          <a:ln w="2540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19F2AA8D-15B3-441D-853F-87E857C4ABDC}"/>
              </a:ext>
              <a:ext uri="{C183D7F6-B498-43B3-948B-1728B52AA6E4}">
                <adec:decorative xmlns:adec="http://schemas.microsoft.com/office/drawing/2017/decorative" val="1"/>
              </a:ext>
            </a:extLst>
          </p:cNvPr>
          <p:cNvSpPr/>
          <p:nvPr/>
        </p:nvSpPr>
        <p:spPr>
          <a:xfrm>
            <a:off x="4837986" y="5618417"/>
            <a:ext cx="2399575" cy="1063440"/>
          </a:xfrm>
          <a:prstGeom prst="rect">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0B90950-D018-C545-59FD-6DBCD12C0961}"/>
              </a:ext>
            </a:extLst>
          </p:cNvPr>
          <p:cNvSpPr>
            <a:spLocks noGrp="1"/>
          </p:cNvSpPr>
          <p:nvPr>
            <p:ph type="title"/>
          </p:nvPr>
        </p:nvSpPr>
        <p:spPr>
          <a:xfrm>
            <a:off x="794507" y="715939"/>
            <a:ext cx="6615583" cy="365760"/>
          </a:xfrm>
        </p:spPr>
        <p:txBody>
          <a:bodyPr/>
          <a:lstStyle/>
          <a:p>
            <a:r>
              <a:rPr lang="en-PH"/>
              <a:t>COMPARISON: CLP VS. RM</a:t>
            </a:r>
          </a:p>
        </p:txBody>
      </p:sp>
      <p:sp>
        <p:nvSpPr>
          <p:cNvPr id="14" name="TextBox 13">
            <a:extLst>
              <a:ext uri="{FF2B5EF4-FFF2-40B4-BE49-F238E27FC236}">
                <a16:creationId xmlns:a16="http://schemas.microsoft.com/office/drawing/2014/main" id="{41BDF6D0-79D6-F319-87E5-AFD20489719C}"/>
              </a:ext>
            </a:extLst>
          </p:cNvPr>
          <p:cNvSpPr txBox="1"/>
          <p:nvPr/>
        </p:nvSpPr>
        <p:spPr>
          <a:xfrm>
            <a:off x="2927470" y="1382623"/>
            <a:ext cx="6337059" cy="646331"/>
          </a:xfrm>
          <a:prstGeom prst="rect">
            <a:avLst/>
          </a:prstGeom>
          <a:noFill/>
        </p:spPr>
        <p:txBody>
          <a:bodyPr wrap="square">
            <a:spAutoFit/>
          </a:bodyPr>
          <a:lstStyle/>
          <a:p>
            <a:r>
              <a:rPr lang="en-US" b="0" i="0">
                <a:solidFill>
                  <a:schemeClr val="accent6">
                    <a:lumMod val="60000"/>
                    <a:lumOff val="40000"/>
                  </a:schemeClr>
                </a:solidFill>
                <a:effectLst/>
                <a:latin typeface="Segoe UI Historic" panose="020B0502040204020203" pitchFamily="34" charset="0"/>
              </a:rPr>
              <a:t>Aspect Customer Loyalty Programs Relationship Marketing </a:t>
            </a:r>
            <a:br>
              <a:rPr lang="en-US"/>
            </a:br>
            <a:endParaRPr lang="en-PH"/>
          </a:p>
        </p:txBody>
      </p:sp>
    </p:spTree>
    <p:extLst>
      <p:ext uri="{BB962C8B-B14F-4D97-AF65-F5344CB8AC3E}">
        <p14:creationId xmlns:p14="http://schemas.microsoft.com/office/powerpoint/2010/main" val="2372535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EF103D-D207-605E-DE26-D3E60CB609DF}"/>
              </a:ext>
            </a:extLst>
          </p:cNvPr>
          <p:cNvSpPr>
            <a:spLocks noGrp="1"/>
          </p:cNvSpPr>
          <p:nvPr>
            <p:ph type="dt" sz="half" idx="10"/>
          </p:nvPr>
        </p:nvSpPr>
        <p:spPr/>
        <p:txBody>
          <a:bodyPr/>
          <a:lstStyle/>
          <a:p>
            <a:r>
              <a:rPr lang="en-US"/>
              <a:t>8/06/20XX</a:t>
            </a:r>
          </a:p>
        </p:txBody>
      </p:sp>
      <p:sp>
        <p:nvSpPr>
          <p:cNvPr id="3" name="Footer Placeholder 2">
            <a:extLst>
              <a:ext uri="{FF2B5EF4-FFF2-40B4-BE49-F238E27FC236}">
                <a16:creationId xmlns:a16="http://schemas.microsoft.com/office/drawing/2014/main" id="{95BF39DE-27F9-988E-470C-8AFD471280E3}"/>
              </a:ext>
            </a:extLst>
          </p:cNvPr>
          <p:cNvSpPr>
            <a:spLocks noGrp="1"/>
          </p:cNvSpPr>
          <p:nvPr>
            <p:ph type="ftr" sz="quarter" idx="11"/>
          </p:nvPr>
        </p:nvSpPr>
        <p:spPr/>
        <p:txBody>
          <a:bodyPr/>
          <a:lstStyle/>
          <a:p>
            <a:r>
              <a:rPr lang="en-US"/>
              <a:t>PITCH DECK</a:t>
            </a:r>
          </a:p>
        </p:txBody>
      </p:sp>
      <p:sp>
        <p:nvSpPr>
          <p:cNvPr id="4" name="Slide Number Placeholder 3">
            <a:extLst>
              <a:ext uri="{FF2B5EF4-FFF2-40B4-BE49-F238E27FC236}">
                <a16:creationId xmlns:a16="http://schemas.microsoft.com/office/drawing/2014/main" id="{C6A899EB-AD76-D3E0-6EC2-E3A9E32A159D}"/>
              </a:ext>
            </a:extLst>
          </p:cNvPr>
          <p:cNvSpPr>
            <a:spLocks noGrp="1"/>
          </p:cNvSpPr>
          <p:nvPr>
            <p:ph type="sldNum" sz="quarter" idx="12"/>
          </p:nvPr>
        </p:nvSpPr>
        <p:spPr/>
        <p:txBody>
          <a:bodyPr/>
          <a:lstStyle/>
          <a:p>
            <a:fld id="{A402E4C0-AD5E-4E8C-9F21-7CCE474BDCEB}" type="slidenum">
              <a:rPr lang="en-US" smtClean="0"/>
              <a:t>7</a:t>
            </a:fld>
            <a:endParaRPr lang="en-US"/>
          </a:p>
        </p:txBody>
      </p:sp>
      <p:sp>
        <p:nvSpPr>
          <p:cNvPr id="7" name="Text Placeholder 6">
            <a:extLst>
              <a:ext uri="{FF2B5EF4-FFF2-40B4-BE49-F238E27FC236}">
                <a16:creationId xmlns:a16="http://schemas.microsoft.com/office/drawing/2014/main" id="{295B4B15-4F01-FD8E-D2A0-49135151FFA2}"/>
              </a:ext>
            </a:extLst>
          </p:cNvPr>
          <p:cNvSpPr>
            <a:spLocks noGrp="1"/>
          </p:cNvSpPr>
          <p:nvPr>
            <p:ph type="body" sz="quarter" idx="17"/>
          </p:nvPr>
        </p:nvSpPr>
        <p:spPr>
          <a:xfrm>
            <a:off x="317180" y="2018581"/>
            <a:ext cx="11724099" cy="2225615"/>
          </a:xfrm>
        </p:spPr>
        <p:txBody>
          <a:bodyPr>
            <a:noAutofit/>
          </a:bodyPr>
          <a:lstStyle/>
          <a:p>
            <a:pPr marL="285750" indent="-285750">
              <a:buFont typeface="Wingdings" panose="05000000000000000000" pitchFamily="2" charset="2"/>
              <a:buChar char="q"/>
            </a:pPr>
            <a:r>
              <a:rPr lang="en-US" sz="2000" b="0" i="0">
                <a:solidFill>
                  <a:srgbClr val="FFFFFF"/>
                </a:solidFill>
                <a:effectLst/>
                <a:latin typeface="Segoe UI Historic" panose="020B0502040204020203" pitchFamily="34" charset="0"/>
              </a:rPr>
              <a:t>Align loyalty and relationship strategies with brand values. </a:t>
            </a:r>
          </a:p>
          <a:p>
            <a:pPr marL="285750" indent="-285750">
              <a:buFont typeface="Wingdings" panose="05000000000000000000" pitchFamily="2" charset="2"/>
              <a:buChar char="q"/>
            </a:pPr>
            <a:endParaRPr lang="en-US" sz="2000" b="0" i="0">
              <a:solidFill>
                <a:srgbClr val="FFFFFF"/>
              </a:solidFill>
              <a:effectLst/>
              <a:latin typeface="Segoe UI Historic" panose="020B0502040204020203" pitchFamily="34" charset="0"/>
            </a:endParaRPr>
          </a:p>
          <a:p>
            <a:pPr marL="285750" indent="-285750">
              <a:buFont typeface="Wingdings" panose="05000000000000000000" pitchFamily="2" charset="2"/>
              <a:buChar char="q"/>
            </a:pPr>
            <a:r>
              <a:rPr lang="en-US" sz="2000" b="0" i="0">
                <a:solidFill>
                  <a:srgbClr val="FFFFFF"/>
                </a:solidFill>
                <a:effectLst/>
                <a:latin typeface="Segoe UI Historic" panose="020B0502040204020203" pitchFamily="34" charset="0"/>
              </a:rPr>
              <a:t>Use data analytics to track customer behavior and optimize programs.</a:t>
            </a:r>
          </a:p>
          <a:p>
            <a:pPr marL="285750" indent="-285750">
              <a:buFont typeface="Wingdings" panose="05000000000000000000" pitchFamily="2" charset="2"/>
              <a:buChar char="q"/>
            </a:pPr>
            <a:endParaRPr lang="en-US" sz="2000" b="0" i="0">
              <a:solidFill>
                <a:srgbClr val="FFFFFF"/>
              </a:solidFill>
              <a:effectLst/>
              <a:latin typeface="Segoe UI Historic" panose="020B0502040204020203" pitchFamily="34" charset="0"/>
            </a:endParaRPr>
          </a:p>
          <a:p>
            <a:pPr marL="285750" indent="-285750">
              <a:buFont typeface="Wingdings" panose="05000000000000000000" pitchFamily="2" charset="2"/>
              <a:buChar char="q"/>
            </a:pPr>
            <a:r>
              <a:rPr lang="en-US" sz="2000" b="0" i="0">
                <a:solidFill>
                  <a:srgbClr val="FFFFFF"/>
                </a:solidFill>
                <a:effectLst/>
                <a:latin typeface="Segoe UI Historic" panose="020B0502040204020203" pitchFamily="34" charset="0"/>
              </a:rPr>
              <a:t> Keep reward systems simple and transparent. </a:t>
            </a:r>
          </a:p>
          <a:p>
            <a:pPr marL="285750" indent="-285750">
              <a:buFont typeface="Wingdings" panose="05000000000000000000" pitchFamily="2" charset="2"/>
              <a:buChar char="q"/>
            </a:pPr>
            <a:endParaRPr lang="en-US" sz="2000" b="0" i="0">
              <a:solidFill>
                <a:srgbClr val="FFFFFF"/>
              </a:solidFill>
              <a:effectLst/>
              <a:latin typeface="Segoe UI Historic" panose="020B0502040204020203" pitchFamily="34" charset="0"/>
            </a:endParaRPr>
          </a:p>
          <a:p>
            <a:pPr marL="285750" indent="-285750">
              <a:buFont typeface="Wingdings" panose="05000000000000000000" pitchFamily="2" charset="2"/>
              <a:buChar char="q"/>
            </a:pPr>
            <a:r>
              <a:rPr lang="en-US" sz="2000" b="0" i="0">
                <a:solidFill>
                  <a:srgbClr val="FFFFFF"/>
                </a:solidFill>
                <a:effectLst/>
                <a:latin typeface="Segoe UI Historic" panose="020B0502040204020203" pitchFamily="34" charset="0"/>
              </a:rPr>
              <a:t>Offer exclusive experiences, not just discounts.</a:t>
            </a:r>
          </a:p>
          <a:p>
            <a:pPr marL="285750" indent="-285750">
              <a:buFont typeface="Wingdings" panose="05000000000000000000" pitchFamily="2" charset="2"/>
              <a:buChar char="q"/>
            </a:pPr>
            <a:endParaRPr lang="en-US" sz="2000" b="0" i="0">
              <a:solidFill>
                <a:srgbClr val="FFFFFF"/>
              </a:solidFill>
              <a:effectLst/>
              <a:latin typeface="Segoe UI Historic" panose="020B0502040204020203" pitchFamily="34" charset="0"/>
            </a:endParaRPr>
          </a:p>
          <a:p>
            <a:pPr marL="285750" indent="-285750">
              <a:buFont typeface="Wingdings" panose="05000000000000000000" pitchFamily="2" charset="2"/>
              <a:buChar char="q"/>
            </a:pPr>
            <a:r>
              <a:rPr lang="en-US" sz="2000" b="0" i="0">
                <a:solidFill>
                  <a:srgbClr val="FFFFFF"/>
                </a:solidFill>
                <a:effectLst/>
                <a:latin typeface="Segoe UI Historic" panose="020B0502040204020203" pitchFamily="34" charset="0"/>
              </a:rPr>
              <a:t> Maintain consistent communication with customers. Encourage customer feedback and act on it. </a:t>
            </a:r>
            <a:br>
              <a:rPr lang="en-US" sz="2000"/>
            </a:br>
            <a:endParaRPr lang="en-PH" sz="2000"/>
          </a:p>
        </p:txBody>
      </p:sp>
      <p:sp>
        <p:nvSpPr>
          <p:cNvPr id="13" name="Title 12">
            <a:extLst>
              <a:ext uri="{FF2B5EF4-FFF2-40B4-BE49-F238E27FC236}">
                <a16:creationId xmlns:a16="http://schemas.microsoft.com/office/drawing/2014/main" id="{0D7C54F1-DFBC-E2D4-4453-8652BA1F0682}"/>
              </a:ext>
            </a:extLst>
          </p:cNvPr>
          <p:cNvSpPr>
            <a:spLocks noGrp="1"/>
          </p:cNvSpPr>
          <p:nvPr>
            <p:ph type="title"/>
          </p:nvPr>
        </p:nvSpPr>
        <p:spPr>
          <a:xfrm>
            <a:off x="167973" y="876987"/>
            <a:ext cx="7198985" cy="727525"/>
          </a:xfrm>
        </p:spPr>
        <p:txBody>
          <a:bodyPr>
            <a:noAutofit/>
          </a:bodyPr>
          <a:lstStyle/>
          <a:p>
            <a:r>
              <a:rPr lang="en-PH" sz="2000">
                <a:solidFill>
                  <a:schemeClr val="accent1">
                    <a:lumMod val="60000"/>
                    <a:lumOff val="40000"/>
                  </a:schemeClr>
                </a:solidFill>
              </a:rPr>
              <a:t>BEST PRACTICES FOR IMPLEMENTATION: </a:t>
            </a:r>
          </a:p>
        </p:txBody>
      </p:sp>
    </p:spTree>
    <p:extLst>
      <p:ext uri="{BB962C8B-B14F-4D97-AF65-F5344CB8AC3E}">
        <p14:creationId xmlns:p14="http://schemas.microsoft.com/office/powerpoint/2010/main" val="1475924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Placeholder 18" descr="A woman looking at a screen with tiny writing and graphs floating">
            <a:extLst>
              <a:ext uri="{FF2B5EF4-FFF2-40B4-BE49-F238E27FC236}">
                <a16:creationId xmlns:a16="http://schemas.microsoft.com/office/drawing/2014/main" id="{AACEA9E5-C8FF-4080-B2EE-93C3DA6E6851}"/>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a:stretch/>
        </p:blipFill>
        <p:spPr>
          <a:xfrm>
            <a:off x="5011738" y="0"/>
            <a:ext cx="7196930" cy="6867376"/>
          </a:xfrm>
        </p:spPr>
      </p:pic>
      <p:sp>
        <p:nvSpPr>
          <p:cNvPr id="23" name="Title 22">
            <a:extLst>
              <a:ext uri="{FF2B5EF4-FFF2-40B4-BE49-F238E27FC236}">
                <a16:creationId xmlns:a16="http://schemas.microsoft.com/office/drawing/2014/main" id="{8A0965D6-0D20-40A0-8897-EDF8A7A464C5}"/>
              </a:ext>
            </a:extLst>
          </p:cNvPr>
          <p:cNvSpPr>
            <a:spLocks noGrp="1"/>
          </p:cNvSpPr>
          <p:nvPr>
            <p:ph type="title"/>
          </p:nvPr>
        </p:nvSpPr>
        <p:spPr>
          <a:xfrm>
            <a:off x="0" y="860715"/>
            <a:ext cx="6007099" cy="5821372"/>
          </a:xfrm>
        </p:spPr>
        <p:txBody>
          <a:bodyPr/>
          <a:lstStyle/>
          <a:p>
            <a:r>
              <a:rPr lang="en-US"/>
              <a:t>CASE STUDY</a:t>
            </a:r>
          </a:p>
        </p:txBody>
      </p:sp>
      <p:sp>
        <p:nvSpPr>
          <p:cNvPr id="30" name="Text Placeholder 29">
            <a:extLst>
              <a:ext uri="{FF2B5EF4-FFF2-40B4-BE49-F238E27FC236}">
                <a16:creationId xmlns:a16="http://schemas.microsoft.com/office/drawing/2014/main" id="{BAD5E990-59DB-44C5-B716-B0352D75353A}"/>
              </a:ext>
            </a:extLst>
          </p:cNvPr>
          <p:cNvSpPr>
            <a:spLocks noGrp="1"/>
          </p:cNvSpPr>
          <p:nvPr>
            <p:ph type="body" sz="quarter" idx="18"/>
          </p:nvPr>
        </p:nvSpPr>
        <p:spPr>
          <a:xfrm>
            <a:off x="120353" y="2427877"/>
            <a:ext cx="5133133" cy="801073"/>
          </a:xfrm>
        </p:spPr>
        <p:txBody>
          <a:bodyPr>
            <a:noAutofit/>
          </a:bodyPr>
          <a:lstStyle/>
          <a:p>
            <a:pPr marL="285750" indent="-285750">
              <a:buFont typeface="Arial" panose="020B0604020202020204" pitchFamily="34" charset="0"/>
              <a:buChar char="•"/>
            </a:pPr>
            <a:r>
              <a:rPr lang="en-US" sz="1600" b="0" i="0">
                <a:solidFill>
                  <a:schemeClr val="accent2">
                    <a:lumMod val="50000"/>
                  </a:schemeClr>
                </a:solidFill>
                <a:effectLst/>
                <a:latin typeface="Segoe UI Historic" panose="020B0502040204020203" pitchFamily="34" charset="0"/>
              </a:rPr>
              <a:t>The Starbucks Rewards app integrates point accumulation, mobile ordering, and personalization. It increased customer spend per visit by 20%.</a:t>
            </a:r>
            <a:endParaRPr lang="en-US" sz="1600">
              <a:solidFill>
                <a:schemeClr val="accent2">
                  <a:lumMod val="50000"/>
                </a:schemeClr>
              </a:solidFill>
            </a:endParaRPr>
          </a:p>
        </p:txBody>
      </p:sp>
      <p:sp>
        <p:nvSpPr>
          <p:cNvPr id="15" name="Text Placeholder 14">
            <a:extLst>
              <a:ext uri="{FF2B5EF4-FFF2-40B4-BE49-F238E27FC236}">
                <a16:creationId xmlns:a16="http://schemas.microsoft.com/office/drawing/2014/main" id="{28BBCDDB-C7C0-4CA5-AA45-222EBE63B6C3}"/>
              </a:ext>
            </a:extLst>
          </p:cNvPr>
          <p:cNvSpPr>
            <a:spLocks noGrp="1"/>
          </p:cNvSpPr>
          <p:nvPr>
            <p:ph type="body" sz="quarter" idx="24"/>
          </p:nvPr>
        </p:nvSpPr>
        <p:spPr>
          <a:xfrm>
            <a:off x="196507" y="3551664"/>
            <a:ext cx="4771030" cy="365125"/>
          </a:xfrm>
        </p:spPr>
        <p:txBody>
          <a:bodyPr/>
          <a:lstStyle/>
          <a:p>
            <a:r>
              <a:rPr lang="en-ZA"/>
              <a:t>AMAZON​</a:t>
            </a:r>
            <a:endParaRPr lang="en-US"/>
          </a:p>
        </p:txBody>
      </p:sp>
      <p:sp>
        <p:nvSpPr>
          <p:cNvPr id="31" name="Text Placeholder 30">
            <a:extLst>
              <a:ext uri="{FF2B5EF4-FFF2-40B4-BE49-F238E27FC236}">
                <a16:creationId xmlns:a16="http://schemas.microsoft.com/office/drawing/2014/main" id="{AC22CBC4-517B-4095-8962-C489045E3C67}"/>
              </a:ext>
            </a:extLst>
          </p:cNvPr>
          <p:cNvSpPr>
            <a:spLocks noGrp="1"/>
          </p:cNvSpPr>
          <p:nvPr>
            <p:ph type="body" sz="quarter" idx="23"/>
          </p:nvPr>
        </p:nvSpPr>
        <p:spPr>
          <a:xfrm>
            <a:off x="100546" y="3771401"/>
            <a:ext cx="5152940" cy="801073"/>
          </a:xfrm>
        </p:spPr>
        <p:txBody>
          <a:bodyPr>
            <a:noAutofit/>
          </a:bodyPr>
          <a:lstStyle/>
          <a:p>
            <a:pPr marL="285750" indent="-285750">
              <a:buFont typeface="Arial" panose="020B0604020202020204" pitchFamily="34" charset="0"/>
              <a:buChar char="•"/>
            </a:pPr>
            <a:r>
              <a:rPr lang="en-US" sz="1600" b="0" i="0">
                <a:solidFill>
                  <a:schemeClr val="accent2">
                    <a:lumMod val="50000"/>
                  </a:schemeClr>
                </a:solidFill>
                <a:effectLst/>
                <a:latin typeface="Segoe UI Historic" panose="020B0502040204020203" pitchFamily="34" charset="0"/>
              </a:rPr>
              <a:t>Amazon Prime is a paid loyalty program that combines free shipping, streaming, and exclusive deals. It boosts retention and cross-selling.</a:t>
            </a:r>
            <a:endParaRPr lang="en-US" sz="1600">
              <a:solidFill>
                <a:schemeClr val="accent2">
                  <a:lumMod val="50000"/>
                </a:schemeClr>
              </a:solidFill>
            </a:endParaRPr>
          </a:p>
        </p:txBody>
      </p:sp>
      <p:sp>
        <p:nvSpPr>
          <p:cNvPr id="17" name="Text Placeholder 16">
            <a:extLst>
              <a:ext uri="{FF2B5EF4-FFF2-40B4-BE49-F238E27FC236}">
                <a16:creationId xmlns:a16="http://schemas.microsoft.com/office/drawing/2014/main" id="{6D1B74B2-695A-4FED-8B66-D854AA9FF005}"/>
              </a:ext>
            </a:extLst>
          </p:cNvPr>
          <p:cNvSpPr>
            <a:spLocks noGrp="1"/>
          </p:cNvSpPr>
          <p:nvPr>
            <p:ph type="body" sz="quarter" idx="26"/>
          </p:nvPr>
        </p:nvSpPr>
        <p:spPr>
          <a:xfrm>
            <a:off x="120354" y="4955750"/>
            <a:ext cx="4771030" cy="365125"/>
          </a:xfrm>
        </p:spPr>
        <p:txBody>
          <a:bodyPr/>
          <a:lstStyle/>
          <a:p>
            <a:r>
              <a:rPr lang="en-ZA"/>
              <a:t>APPLE​</a:t>
            </a:r>
            <a:endParaRPr lang="en-US"/>
          </a:p>
        </p:txBody>
      </p:sp>
      <p:sp>
        <p:nvSpPr>
          <p:cNvPr id="32" name="Text Placeholder 31">
            <a:extLst>
              <a:ext uri="{FF2B5EF4-FFF2-40B4-BE49-F238E27FC236}">
                <a16:creationId xmlns:a16="http://schemas.microsoft.com/office/drawing/2014/main" id="{949FAB0A-4907-445D-8D12-8F4584E25E5F}"/>
              </a:ext>
            </a:extLst>
          </p:cNvPr>
          <p:cNvSpPr>
            <a:spLocks noGrp="1"/>
          </p:cNvSpPr>
          <p:nvPr>
            <p:ph type="body" sz="quarter" idx="25"/>
          </p:nvPr>
        </p:nvSpPr>
        <p:spPr>
          <a:xfrm>
            <a:off x="74874" y="5320875"/>
            <a:ext cx="4936864" cy="546815"/>
          </a:xfrm>
        </p:spPr>
        <p:txBody>
          <a:bodyPr>
            <a:noAutofit/>
          </a:bodyPr>
          <a:lstStyle/>
          <a:p>
            <a:pPr marL="285750" indent="-285750">
              <a:buFont typeface="Arial" panose="020B0604020202020204" pitchFamily="34" charset="0"/>
              <a:buChar char="•"/>
            </a:pPr>
            <a:r>
              <a:rPr lang="en-US" sz="1600" b="0" i="0">
                <a:solidFill>
                  <a:schemeClr val="accent2">
                    <a:lumMod val="50000"/>
                  </a:schemeClr>
                </a:solidFill>
                <a:effectLst/>
                <a:latin typeface="Segoe UI Historic" panose="020B0502040204020203" pitchFamily="34" charset="0"/>
              </a:rPr>
              <a:t>Apple uses relationship marketing through its ecosystem and premium customer support, creating a highly loyal user base without traditional CLPs.</a:t>
            </a:r>
            <a:endParaRPr lang="en-US" sz="1600">
              <a:solidFill>
                <a:schemeClr val="accent2">
                  <a:lumMod val="50000"/>
                </a:schemeClr>
              </a:solidFill>
            </a:endParaRPr>
          </a:p>
        </p:txBody>
      </p:sp>
      <p:sp>
        <p:nvSpPr>
          <p:cNvPr id="6" name="Slide Number Placeholder 5">
            <a:extLst>
              <a:ext uri="{FF2B5EF4-FFF2-40B4-BE49-F238E27FC236}">
                <a16:creationId xmlns:a16="http://schemas.microsoft.com/office/drawing/2014/main" id="{3ECA4FBE-BC87-4AB1-BD16-CAF99641A1B5}"/>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8</a:t>
            </a:fld>
            <a:endParaRPr lang="en-US"/>
          </a:p>
        </p:txBody>
      </p:sp>
      <p:sp>
        <p:nvSpPr>
          <p:cNvPr id="3" name="Text Placeholder 2">
            <a:extLst>
              <a:ext uri="{FF2B5EF4-FFF2-40B4-BE49-F238E27FC236}">
                <a16:creationId xmlns:a16="http://schemas.microsoft.com/office/drawing/2014/main" id="{20B66986-BA2E-AF01-7D86-76362BC4AC1C}"/>
              </a:ext>
            </a:extLst>
          </p:cNvPr>
          <p:cNvSpPr>
            <a:spLocks noGrp="1"/>
          </p:cNvSpPr>
          <p:nvPr>
            <p:ph type="body" sz="quarter" idx="22"/>
          </p:nvPr>
        </p:nvSpPr>
        <p:spPr>
          <a:xfrm>
            <a:off x="152305" y="2127876"/>
            <a:ext cx="4771030" cy="365125"/>
          </a:xfrm>
        </p:spPr>
        <p:txBody>
          <a:bodyPr/>
          <a:lstStyle/>
          <a:p>
            <a:r>
              <a:rPr lang="en-PH"/>
              <a:t>STARBUCKS</a:t>
            </a:r>
          </a:p>
        </p:txBody>
      </p:sp>
    </p:spTree>
    <p:extLst>
      <p:ext uri="{BB962C8B-B14F-4D97-AF65-F5344CB8AC3E}">
        <p14:creationId xmlns:p14="http://schemas.microsoft.com/office/powerpoint/2010/main" val="3678690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woman looking at a screen with tiny writing and graphs floating">
            <a:extLst>
              <a:ext uri="{FF2B5EF4-FFF2-40B4-BE49-F238E27FC236}">
                <a16:creationId xmlns:a16="http://schemas.microsoft.com/office/drawing/2014/main" id="{A0A99AB3-33D7-48CE-8A78-BEB8D7179FF8}"/>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p:spPr>
      </p:pic>
      <p:sp>
        <p:nvSpPr>
          <p:cNvPr id="20" name="Title 19">
            <a:extLst>
              <a:ext uri="{FF2B5EF4-FFF2-40B4-BE49-F238E27FC236}">
                <a16:creationId xmlns:a16="http://schemas.microsoft.com/office/drawing/2014/main" id="{940324F9-ABF9-4A46-B5E4-21164FADAD0C}"/>
              </a:ext>
            </a:extLst>
          </p:cNvPr>
          <p:cNvSpPr>
            <a:spLocks noGrp="1"/>
          </p:cNvSpPr>
          <p:nvPr>
            <p:ph type="title"/>
          </p:nvPr>
        </p:nvSpPr>
        <p:spPr/>
        <p:txBody>
          <a:bodyPr/>
          <a:lstStyle/>
          <a:p>
            <a:r>
              <a:rPr lang="en-US"/>
              <a:t>CONCLUSION</a:t>
            </a:r>
          </a:p>
        </p:txBody>
      </p:sp>
      <p:sp>
        <p:nvSpPr>
          <p:cNvPr id="11" name="Text Placeholder 10">
            <a:extLst>
              <a:ext uri="{FF2B5EF4-FFF2-40B4-BE49-F238E27FC236}">
                <a16:creationId xmlns:a16="http://schemas.microsoft.com/office/drawing/2014/main" id="{019E4131-A9F1-45A1-94C6-3C559ABBE9C6}"/>
              </a:ext>
            </a:extLst>
          </p:cNvPr>
          <p:cNvSpPr>
            <a:spLocks noGrp="1"/>
          </p:cNvSpPr>
          <p:nvPr>
            <p:ph type="body" sz="quarter" idx="15"/>
          </p:nvPr>
        </p:nvSpPr>
        <p:spPr>
          <a:xfrm>
            <a:off x="527834" y="2516542"/>
            <a:ext cx="4567209" cy="2212496"/>
          </a:xfrm>
        </p:spPr>
        <p:txBody>
          <a:bodyPr/>
          <a:lstStyle/>
          <a:p>
            <a:r>
              <a:rPr lang="en-US" sz="1600" b="0" i="0">
                <a:solidFill>
                  <a:srgbClr val="FFFFFF"/>
                </a:solidFill>
                <a:effectLst/>
                <a:latin typeface="Segoe UI Historic" panose="020B0502040204020203" pitchFamily="34" charset="0"/>
              </a:rPr>
              <a:t>Customer Loyalty Programs and Relationship Marketing are powerful tools to enhance customer engagement and drive business growth. While CLPs offer measurable, transactional rewards, RM focuses on emotional bonds and long-term value. Together, they form a comprehensive strategy for customer retention and advocacy.</a:t>
            </a:r>
            <a:endParaRPr lang="en-US" sz="1600"/>
          </a:p>
        </p:txBody>
      </p:sp>
      <p:sp>
        <p:nvSpPr>
          <p:cNvPr id="14" name="Date Placeholder 13">
            <a:extLst>
              <a:ext uri="{FF2B5EF4-FFF2-40B4-BE49-F238E27FC236}">
                <a16:creationId xmlns:a16="http://schemas.microsoft.com/office/drawing/2014/main" id="{0AAA33AC-E039-49B8-9D53-D790DEF7EB2B}"/>
              </a:ext>
            </a:extLst>
          </p:cNvPr>
          <p:cNvSpPr>
            <a:spLocks noGrp="1"/>
          </p:cNvSpPr>
          <p:nvPr>
            <p:ph type="dt" sz="half" idx="10"/>
          </p:nvPr>
        </p:nvSpPr>
        <p:spPr>
          <a:xfrm>
            <a:off x="838200" y="6356350"/>
            <a:ext cx="2743200" cy="365125"/>
          </a:xfrm>
        </p:spPr>
        <p:txBody>
          <a:bodyPr/>
          <a:lstStyle/>
          <a:p>
            <a:r>
              <a:rPr lang="en-US"/>
              <a:t>8/06/20XX</a:t>
            </a:r>
          </a:p>
        </p:txBody>
      </p:sp>
      <p:sp>
        <p:nvSpPr>
          <p:cNvPr id="15" name="Footer Placeholder 14">
            <a:extLst>
              <a:ext uri="{FF2B5EF4-FFF2-40B4-BE49-F238E27FC236}">
                <a16:creationId xmlns:a16="http://schemas.microsoft.com/office/drawing/2014/main" id="{B637D303-3D91-4DF5-9E06-C9394D714301}"/>
              </a:ext>
            </a:extLst>
          </p:cNvPr>
          <p:cNvSpPr>
            <a:spLocks noGrp="1"/>
          </p:cNvSpPr>
          <p:nvPr>
            <p:ph type="ftr" sz="quarter" idx="11"/>
          </p:nvPr>
        </p:nvSpPr>
        <p:spPr>
          <a:xfrm>
            <a:off x="4038600" y="6356350"/>
            <a:ext cx="4114800" cy="365125"/>
          </a:xfrm>
        </p:spPr>
        <p:txBody>
          <a:bodyPr/>
          <a:lstStyle/>
          <a:p>
            <a:r>
              <a:rPr lang="en-US"/>
              <a:t>PITCH DECK</a:t>
            </a:r>
          </a:p>
        </p:txBody>
      </p:sp>
      <p:sp>
        <p:nvSpPr>
          <p:cNvPr id="16" name="Slide Number Placeholder 15">
            <a:extLst>
              <a:ext uri="{FF2B5EF4-FFF2-40B4-BE49-F238E27FC236}">
                <a16:creationId xmlns:a16="http://schemas.microsoft.com/office/drawing/2014/main" id="{485FA840-9C16-45D8-8B50-7DC1A5DF3CF4}"/>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9</a:t>
            </a:fld>
            <a:endParaRPr lang="en-US"/>
          </a:p>
        </p:txBody>
      </p:sp>
    </p:spTree>
    <p:extLst>
      <p:ext uri="{BB962C8B-B14F-4D97-AF65-F5344CB8AC3E}">
        <p14:creationId xmlns:p14="http://schemas.microsoft.com/office/powerpoint/2010/main" val="1987845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A woman with VR goggles on her face&#10;">
            <a:extLst>
              <a:ext uri="{FF2B5EF4-FFF2-40B4-BE49-F238E27FC236}">
                <a16:creationId xmlns:a16="http://schemas.microsoft.com/office/drawing/2014/main" id="{1959E133-823F-48B7-89C9-820E4A34383A}"/>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a:stretch/>
        </p:blipFill>
        <p:spPr>
          <a:xfrm flipH="1">
            <a:off x="0" y="0"/>
            <a:ext cx="8153400" cy="6858000"/>
          </a:xfrm>
        </p:spPr>
      </p:pic>
      <p:sp>
        <p:nvSpPr>
          <p:cNvPr id="15" name="Title 14">
            <a:extLst>
              <a:ext uri="{FF2B5EF4-FFF2-40B4-BE49-F238E27FC236}">
                <a16:creationId xmlns:a16="http://schemas.microsoft.com/office/drawing/2014/main" id="{FE60C9E5-E020-489F-8A9F-BCBE2A0C3BBC}"/>
              </a:ext>
            </a:extLst>
          </p:cNvPr>
          <p:cNvSpPr>
            <a:spLocks noGrp="1"/>
          </p:cNvSpPr>
          <p:nvPr>
            <p:ph type="title"/>
          </p:nvPr>
        </p:nvSpPr>
        <p:spPr>
          <a:xfrm>
            <a:off x="7409228" y="2815824"/>
            <a:ext cx="4127344" cy="724702"/>
          </a:xfrm>
        </p:spPr>
        <p:txBody>
          <a:bodyPr/>
          <a:lstStyle/>
          <a:p>
            <a:r>
              <a:rPr lang="en-US"/>
              <a:t>Thank you</a:t>
            </a:r>
          </a:p>
        </p:txBody>
      </p:sp>
      <p:sp>
        <p:nvSpPr>
          <p:cNvPr id="10" name="Date Placeholder 9">
            <a:extLst>
              <a:ext uri="{FF2B5EF4-FFF2-40B4-BE49-F238E27FC236}">
                <a16:creationId xmlns:a16="http://schemas.microsoft.com/office/drawing/2014/main" id="{66152713-A6DC-4A10-9404-2F7F1F4B1AB9}"/>
              </a:ext>
            </a:extLst>
          </p:cNvPr>
          <p:cNvSpPr>
            <a:spLocks noGrp="1"/>
          </p:cNvSpPr>
          <p:nvPr>
            <p:ph type="dt" sz="half" idx="10"/>
          </p:nvPr>
        </p:nvSpPr>
        <p:spPr>
          <a:xfrm>
            <a:off x="838200" y="6356350"/>
            <a:ext cx="2743200" cy="365125"/>
          </a:xfrm>
        </p:spPr>
        <p:txBody>
          <a:bodyPr/>
          <a:lstStyle/>
          <a:p>
            <a:r>
              <a:rPr lang="en-US"/>
              <a:t>8/06/20XX</a:t>
            </a:r>
          </a:p>
        </p:txBody>
      </p:sp>
      <p:sp>
        <p:nvSpPr>
          <p:cNvPr id="11" name="Footer Placeholder 10">
            <a:extLst>
              <a:ext uri="{FF2B5EF4-FFF2-40B4-BE49-F238E27FC236}">
                <a16:creationId xmlns:a16="http://schemas.microsoft.com/office/drawing/2014/main" id="{313ACD80-E8DD-409F-A517-A832D3421C83}"/>
              </a:ext>
            </a:extLst>
          </p:cNvPr>
          <p:cNvSpPr>
            <a:spLocks noGrp="1"/>
          </p:cNvSpPr>
          <p:nvPr>
            <p:ph type="ftr" sz="quarter" idx="11"/>
          </p:nvPr>
        </p:nvSpPr>
        <p:spPr>
          <a:xfrm>
            <a:off x="4038600" y="6356350"/>
            <a:ext cx="4114800" cy="365125"/>
          </a:xfrm>
        </p:spPr>
        <p:txBody>
          <a:bodyPr/>
          <a:lstStyle/>
          <a:p>
            <a:r>
              <a:rPr lang="en-US"/>
              <a:t>PITCH DECK</a:t>
            </a:r>
          </a:p>
        </p:txBody>
      </p:sp>
      <p:sp>
        <p:nvSpPr>
          <p:cNvPr id="12" name="Slide Number Placeholder 11">
            <a:extLst>
              <a:ext uri="{FF2B5EF4-FFF2-40B4-BE49-F238E27FC236}">
                <a16:creationId xmlns:a16="http://schemas.microsoft.com/office/drawing/2014/main" id="{1F967A96-6B86-484C-8592-14A44DA72C4F}"/>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10</a:t>
            </a:fld>
            <a:endParaRPr lang="en-US"/>
          </a:p>
        </p:txBody>
      </p:sp>
    </p:spTree>
    <p:extLst>
      <p:ext uri="{BB962C8B-B14F-4D97-AF65-F5344CB8AC3E}">
        <p14:creationId xmlns:p14="http://schemas.microsoft.com/office/powerpoint/2010/main" val="1505696902"/>
      </p:ext>
    </p:extLst>
  </p:cSld>
  <p:clrMapOvr>
    <a:masterClrMapping/>
  </p:clrMapOvr>
</p:sld>
</file>

<file path=ppt/theme/theme1.xml><?xml version="1.0" encoding="utf-8"?>
<a:theme xmlns:a="http://schemas.openxmlformats.org/drawingml/2006/main" name="Office Theme">
  <a:themeElements>
    <a:clrScheme name="Custom 24">
      <a:dk1>
        <a:sysClr val="windowText" lastClr="000000"/>
      </a:dk1>
      <a:lt1>
        <a:sysClr val="window" lastClr="FFFFFF"/>
      </a:lt1>
      <a:dk2>
        <a:srgbClr val="44546A"/>
      </a:dk2>
      <a:lt2>
        <a:srgbClr val="E7E6E6"/>
      </a:lt2>
      <a:accent1>
        <a:srgbClr val="7A1380"/>
      </a:accent1>
      <a:accent2>
        <a:srgbClr val="0C1A69"/>
      </a:accent2>
      <a:accent3>
        <a:srgbClr val="F4292E"/>
      </a:accent3>
      <a:accent4>
        <a:srgbClr val="FD49C1"/>
      </a:accent4>
      <a:accent5>
        <a:srgbClr val="15C7C7"/>
      </a:accent5>
      <a:accent6>
        <a:srgbClr val="02DCFA"/>
      </a:accent6>
      <a:hlink>
        <a:srgbClr val="0563C1"/>
      </a:hlink>
      <a:folHlink>
        <a:srgbClr val="954F72"/>
      </a:folHlink>
    </a:clrScheme>
    <a:fontScheme name="Custom 31">
      <a:majorFont>
        <a:latin typeface="Posterama Bold"/>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itch Deck_TM33781529_Win32_JC_v3" id="{862F7C05-3205-4562-AA5F-868BCB6856F9}" vid="{97BBE2DD-0E32-4C1B-8BB2-0414672F316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2" ma:contentTypeDescription="Create a new document." ma:contentTypeScope="" ma:versionID="5a5774fd28510f591f3d0476b60c796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656ce980f6f53fc96333c5ee30c32b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1D2FAC4-C1D8-4FBC-AFD8-786609711A54}">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40BF0F94-36C0-430F-8DDE-AF914AC0C001}">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E89A24D-CD69-45A4-AC93-53B8115AA41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pitch deck</Template>
  <TotalTime>0</TotalTime>
  <Words>585</Words>
  <Application>Microsoft Office PowerPoint</Application>
  <PresentationFormat>Widescreen</PresentationFormat>
  <Paragraphs>78</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Bierstadt</vt:lpstr>
      <vt:lpstr>Calibri</vt:lpstr>
      <vt:lpstr>Courier New</vt:lpstr>
      <vt:lpstr>Posterama</vt:lpstr>
      <vt:lpstr>Posterama Bold</vt:lpstr>
      <vt:lpstr>Segoe UI Historic</vt:lpstr>
      <vt:lpstr>Wingdings</vt:lpstr>
      <vt:lpstr>Office Theme</vt:lpstr>
      <vt:lpstr>Customer Loyalty Programs and Relationship Marketing  </vt:lpstr>
      <vt:lpstr>EXECUTIVE SUMMARY</vt:lpstr>
      <vt:lpstr>INRODUCTION</vt:lpstr>
      <vt:lpstr>TYPES OF LOYALTY PROGRAMS</vt:lpstr>
      <vt:lpstr>RELATIONSHIP MARKETING(RM)</vt:lpstr>
      <vt:lpstr>COMPARISON: CLP VS. RM</vt:lpstr>
      <vt:lpstr>BEST PRACTICES FOR IMPLEMENTATION: </vt:lpstr>
      <vt:lpstr>CASE STUDY</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Loyalty Programs and Relationship Marketing  </dc:title>
  <dc:creator>Justine Joy Deniola</dc:creator>
  <cp:lastModifiedBy>Justine Joy Deniola</cp:lastModifiedBy>
  <cp:revision>1</cp:revision>
  <dcterms:created xsi:type="dcterms:W3CDTF">2025-07-27T06:12:18Z</dcterms:created>
  <dcterms:modified xsi:type="dcterms:W3CDTF">2025-08-15T07:49:33Z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