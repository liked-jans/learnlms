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256" r:id="rId5"/>
    <p:sldId id="257" r:id="rId6"/>
    <p:sldId id="258" r:id="rId7"/>
    <p:sldId id="261" r:id="rId8"/>
    <p:sldId id="278" r:id="rId9"/>
    <p:sldId id="259" r:id="rId10"/>
    <p:sldId id="260" r:id="rId11"/>
    <p:sldId id="267" r:id="rId12"/>
    <p:sldId id="266" r:id="rId13"/>
    <p:sldId id="27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6CB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6432" autoAdjust="0"/>
  </p:normalViewPr>
  <p:slideViewPr>
    <p:cSldViewPr snapToGrid="0">
      <p:cViewPr varScale="1">
        <p:scale>
          <a:sx n="51" d="100"/>
          <a:sy n="51" d="100"/>
        </p:scale>
        <p:origin x="72" y="5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75" d="100"/>
        <a:sy n="75" d="100"/>
      </p:scale>
      <p:origin x="0" y="0"/>
    </p:cViewPr>
  </p:sorterViewPr>
  <p:notesViewPr>
    <p:cSldViewPr snapToGrid="0">
      <p:cViewPr varScale="1">
        <p:scale>
          <a:sx n="65" d="100"/>
          <a:sy n="65" d="100"/>
        </p:scale>
        <p:origin x="3154"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7047056-A4A4-49C6-B53A-A3B5AD2C9E0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D56B0B6-1521-4655-A849-832BDEEDBBA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A7818-9FD1-4A4A-BBB8-A8F7A885158A}" type="datetimeFigureOut">
              <a:rPr lang="en-US" smtClean="0"/>
              <a:t>8/17/2026</a:t>
            </a:fld>
            <a:endParaRPr lang="en-US" dirty="0"/>
          </a:p>
        </p:txBody>
      </p:sp>
      <p:sp>
        <p:nvSpPr>
          <p:cNvPr id="4" name="Footer Placeholder 3">
            <a:extLst>
              <a:ext uri="{FF2B5EF4-FFF2-40B4-BE49-F238E27FC236}">
                <a16:creationId xmlns:a16="http://schemas.microsoft.com/office/drawing/2014/main" id="{476D0097-1060-4E43-8794-A93E30064AC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29457E5-A2BA-4F1E-ACE4-06A1C8C83D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B95B5C-AE81-486B-8299-C690ADF087B7}" type="slidenum">
              <a:rPr lang="en-US" smtClean="0"/>
              <a:t>‹#›</a:t>
            </a:fld>
            <a:endParaRPr lang="en-US" dirty="0"/>
          </a:p>
        </p:txBody>
      </p:sp>
    </p:spTree>
    <p:extLst>
      <p:ext uri="{BB962C8B-B14F-4D97-AF65-F5344CB8AC3E}">
        <p14:creationId xmlns:p14="http://schemas.microsoft.com/office/powerpoint/2010/main" val="1496322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068347-4327-4298-850E-31E39F309FB1}" type="datetimeFigureOut">
              <a:rPr lang="en-US" smtClean="0"/>
              <a:t>8/17/2026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22D2F8-28A7-48E8-ADD3-E9583D47D83D}" type="slidenum">
              <a:rPr lang="en-US" smtClean="0"/>
              <a:t>‹#›</a:t>
            </a:fld>
            <a:endParaRPr lang="en-US" dirty="0"/>
          </a:p>
        </p:txBody>
      </p:sp>
    </p:spTree>
    <p:extLst>
      <p:ext uri="{BB962C8B-B14F-4D97-AF65-F5344CB8AC3E}">
        <p14:creationId xmlns:p14="http://schemas.microsoft.com/office/powerpoint/2010/main" val="1317918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22D2F8-28A7-48E8-ADD3-E9583D47D83D}" type="slidenum">
              <a:rPr lang="en-US" smtClean="0"/>
              <a:t>3</a:t>
            </a:fld>
            <a:endParaRPr lang="en-US" dirty="0"/>
          </a:p>
        </p:txBody>
      </p:sp>
    </p:spTree>
    <p:extLst>
      <p:ext uri="{BB962C8B-B14F-4D97-AF65-F5344CB8AC3E}">
        <p14:creationId xmlns:p14="http://schemas.microsoft.com/office/powerpoint/2010/main" val="18495816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C7F6B47B-FE57-44F5-B5A8-26DF978ABF2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F9444BC-BA6E-47AE-9F54-D7B7A498323F}"/>
              </a:ext>
            </a:extLst>
          </p:cNvPr>
          <p:cNvSpPr>
            <a:spLocks noGrp="1"/>
          </p:cNvSpPr>
          <p:nvPr>
            <p:ph type="title" hasCustomPrompt="1"/>
          </p:nvPr>
        </p:nvSpPr>
        <p:spPr>
          <a:xfrm>
            <a:off x="825674" y="1327759"/>
            <a:ext cx="4989628" cy="1929505"/>
          </a:xfrm>
          <a:prstGeom prst="rect">
            <a:avLst/>
          </a:prstGeom>
        </p:spPr>
        <p:txBody>
          <a:bodyPr anchor="b"/>
          <a:lstStyle>
            <a:lvl1pPr>
              <a:defRPr sz="4800" cap="all" spc="400" baseline="0">
                <a:solidFill>
                  <a:schemeClr val="accent6"/>
                </a:solidFill>
              </a:defRPr>
            </a:lvl1pPr>
          </a:lstStyle>
          <a:p>
            <a:r>
              <a:rPr lang="en-US" dirty="0"/>
              <a:t>Click to add title</a:t>
            </a:r>
          </a:p>
        </p:txBody>
      </p:sp>
      <p:sp>
        <p:nvSpPr>
          <p:cNvPr id="14" name="Text Placeholder 13">
            <a:extLst>
              <a:ext uri="{FF2B5EF4-FFF2-40B4-BE49-F238E27FC236}">
                <a16:creationId xmlns:a16="http://schemas.microsoft.com/office/drawing/2014/main" id="{36ACD8B9-402D-4E40-BE1F-410604448141}"/>
              </a:ext>
            </a:extLst>
          </p:cNvPr>
          <p:cNvSpPr>
            <a:spLocks noGrp="1"/>
          </p:cNvSpPr>
          <p:nvPr>
            <p:ph type="body" sz="quarter" idx="12" hasCustomPrompt="1"/>
          </p:nvPr>
        </p:nvSpPr>
        <p:spPr>
          <a:xfrm>
            <a:off x="838934" y="3257264"/>
            <a:ext cx="4989628" cy="816022"/>
          </a:xfrm>
          <a:prstGeom prst="rect">
            <a:avLst/>
          </a:prstGeom>
        </p:spPr>
        <p:txBody>
          <a:bodyPr>
            <a:normAutofit/>
          </a:bodyPr>
          <a:lstStyle>
            <a:lvl1pPr marL="0" indent="0" algn="l">
              <a:buNone/>
              <a:defRPr sz="1800" i="0">
                <a:solidFill>
                  <a:schemeClr val="bg1"/>
                </a:solidFill>
              </a:defRPr>
            </a:lvl1pPr>
          </a:lstStyle>
          <a:p>
            <a:pPr lvl="0"/>
            <a:r>
              <a:rPr lang="en-US" dirty="0"/>
              <a:t>Click to add subtitle</a:t>
            </a:r>
          </a:p>
        </p:txBody>
      </p:sp>
    </p:spTree>
    <p:extLst>
      <p:ext uri="{BB962C8B-B14F-4D97-AF65-F5344CB8AC3E}">
        <p14:creationId xmlns:p14="http://schemas.microsoft.com/office/powerpoint/2010/main" val="3408032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pic>
        <p:nvPicPr>
          <p:cNvPr id="37" name="Graphic 36">
            <a:extLst>
              <a:ext uri="{FF2B5EF4-FFF2-40B4-BE49-F238E27FC236}">
                <a16:creationId xmlns:a16="http://schemas.microsoft.com/office/drawing/2014/main" id="{65AAE033-7EA4-4A87-A126-29FE4276451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31" name="Oval 30">
            <a:extLst>
              <a:ext uri="{FF2B5EF4-FFF2-40B4-BE49-F238E27FC236}">
                <a16:creationId xmlns:a16="http://schemas.microsoft.com/office/drawing/2014/main" id="{A5F6FE17-A48F-4A3E-8719-1DE83CD6B4C5}"/>
              </a:ext>
              <a:ext uri="{C183D7F6-B498-43B3-948B-1728B52AA6E4}">
                <adec:decorative xmlns:adec="http://schemas.microsoft.com/office/drawing/2017/decorative" val="1"/>
              </a:ext>
            </a:extLst>
          </p:cNvPr>
          <p:cNvSpPr/>
          <p:nvPr userDrawn="1"/>
        </p:nvSpPr>
        <p:spPr>
          <a:xfrm>
            <a:off x="7462048" y="1199853"/>
            <a:ext cx="3929901" cy="3929901"/>
          </a:xfrm>
          <a:prstGeom prst="ellipse">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FF73882-4B79-419D-89EE-4B7CED18D9E2}"/>
              </a:ext>
            </a:extLst>
          </p:cNvPr>
          <p:cNvSpPr>
            <a:spLocks noGrp="1"/>
          </p:cNvSpPr>
          <p:nvPr>
            <p:ph type="title" hasCustomPrompt="1"/>
          </p:nvPr>
        </p:nvSpPr>
        <p:spPr>
          <a:xfrm>
            <a:off x="1021623" y="2210810"/>
            <a:ext cx="4579970" cy="538038"/>
          </a:xfrm>
          <a:prstGeom prst="rect">
            <a:avLst/>
          </a:prstGeom>
        </p:spPr>
        <p:txBody>
          <a:bodyPr/>
          <a:lstStyle>
            <a:lvl1pPr>
              <a:defRPr sz="2800" cap="all" spc="400" baseline="0">
                <a:solidFill>
                  <a:schemeClr val="accent6"/>
                </a:solidFill>
              </a:defRPr>
            </a:lvl1pPr>
          </a:lstStyle>
          <a:p>
            <a:r>
              <a:rPr lang="en-US" dirty="0"/>
              <a:t>Click to add title</a:t>
            </a:r>
          </a:p>
        </p:txBody>
      </p:sp>
      <p:sp>
        <p:nvSpPr>
          <p:cNvPr id="26" name="Text Placeholder 25">
            <a:extLst>
              <a:ext uri="{FF2B5EF4-FFF2-40B4-BE49-F238E27FC236}">
                <a16:creationId xmlns:a16="http://schemas.microsoft.com/office/drawing/2014/main" id="{EF50E1F4-245D-4104-AFDB-25D35D7C5C07}"/>
              </a:ext>
            </a:extLst>
          </p:cNvPr>
          <p:cNvSpPr>
            <a:spLocks noGrp="1"/>
          </p:cNvSpPr>
          <p:nvPr>
            <p:ph type="body" sz="quarter" idx="12" hasCustomPrompt="1"/>
          </p:nvPr>
        </p:nvSpPr>
        <p:spPr>
          <a:xfrm>
            <a:off x="1034661" y="2747550"/>
            <a:ext cx="5309918" cy="2872039"/>
          </a:xfrm>
          <a:prstGeom prst="rect">
            <a:avLst/>
          </a:prstGeom>
        </p:spPr>
        <p:txBody>
          <a:bodyPr/>
          <a:lstStyle>
            <a:lvl1pPr marL="0" indent="0" algn="l">
              <a:lnSpc>
                <a:spcPct val="150000"/>
              </a:lnSpc>
              <a:spcBef>
                <a:spcPts val="0"/>
              </a:spcBef>
              <a:buNone/>
              <a:defRPr sz="1600">
                <a:solidFill>
                  <a:schemeClr val="bg1"/>
                </a:solidFill>
              </a:defRPr>
            </a:lvl1pPr>
          </a:lstStyle>
          <a:p>
            <a:pPr lvl="0"/>
            <a:r>
              <a:rPr lang="en-US" dirty="0"/>
              <a:t>Click to add text</a:t>
            </a:r>
          </a:p>
        </p:txBody>
      </p:sp>
      <p:sp>
        <p:nvSpPr>
          <p:cNvPr id="30" name="Picture Placeholder 29">
            <a:extLst>
              <a:ext uri="{FF2B5EF4-FFF2-40B4-BE49-F238E27FC236}">
                <a16:creationId xmlns:a16="http://schemas.microsoft.com/office/drawing/2014/main" id="{73A2FF74-415E-49BB-B2ED-E04C7B50BDE2}"/>
              </a:ext>
            </a:extLst>
          </p:cNvPr>
          <p:cNvSpPr>
            <a:spLocks noGrp="1"/>
          </p:cNvSpPr>
          <p:nvPr>
            <p:ph type="pic" sz="quarter" idx="13" hasCustomPrompt="1"/>
          </p:nvPr>
        </p:nvSpPr>
        <p:spPr>
          <a:xfrm>
            <a:off x="7663453" y="1433033"/>
            <a:ext cx="3527091" cy="3463540"/>
          </a:xfrm>
          <a:prstGeom prst="ellipse">
            <a:avLst/>
          </a:prstGeom>
        </p:spPr>
        <p:txBody>
          <a:bodyPr/>
          <a:lstStyle>
            <a:lvl1pPr marL="0" indent="0" algn="ctr">
              <a:buFont typeface="+mj-lt"/>
              <a:buNone/>
              <a:defRPr>
                <a:solidFill>
                  <a:schemeClr val="bg1"/>
                </a:solidFill>
              </a:defRPr>
            </a:lvl1pPr>
          </a:lstStyle>
          <a:p>
            <a:r>
              <a:rPr lang="en-US" dirty="0"/>
              <a:t>Click to add photo</a:t>
            </a:r>
          </a:p>
        </p:txBody>
      </p:sp>
      <p:sp>
        <p:nvSpPr>
          <p:cNvPr id="20" name="Footer Placeholder 15">
            <a:extLst>
              <a:ext uri="{FF2B5EF4-FFF2-40B4-BE49-F238E27FC236}">
                <a16:creationId xmlns:a16="http://schemas.microsoft.com/office/drawing/2014/main" id="{1847553A-14C8-45EB-88C7-05CE63B7E34D}"/>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21" name="Slide Number Placeholder 16">
            <a:extLst>
              <a:ext uri="{FF2B5EF4-FFF2-40B4-BE49-F238E27FC236}">
                <a16:creationId xmlns:a16="http://schemas.microsoft.com/office/drawing/2014/main" id="{E7FABA93-7D08-4CFE-B3A8-D44B1A0F3656}"/>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22" name="Date Placeholder 14">
            <a:extLst>
              <a:ext uri="{FF2B5EF4-FFF2-40B4-BE49-F238E27FC236}">
                <a16:creationId xmlns:a16="http://schemas.microsoft.com/office/drawing/2014/main" id="{FBD26C03-0B97-464A-A39C-A1F339DBAC8B}"/>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dirty="0"/>
              <a:t>May 21, 20XX</a:t>
            </a:r>
          </a:p>
        </p:txBody>
      </p:sp>
    </p:spTree>
    <p:extLst>
      <p:ext uri="{BB962C8B-B14F-4D97-AF65-F5344CB8AC3E}">
        <p14:creationId xmlns:p14="http://schemas.microsoft.com/office/powerpoint/2010/main" val="2260922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EC80EFA4-265B-48D2-AE72-8585EEED64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9C648289-A550-4F4F-96C8-3D82FCE94245}"/>
              </a:ext>
            </a:extLst>
          </p:cNvPr>
          <p:cNvSpPr>
            <a:spLocks noGrp="1"/>
          </p:cNvSpPr>
          <p:nvPr>
            <p:ph type="title" hasCustomPrompt="1"/>
          </p:nvPr>
        </p:nvSpPr>
        <p:spPr>
          <a:xfrm>
            <a:off x="4187069" y="695093"/>
            <a:ext cx="4919354" cy="667498"/>
          </a:xfrm>
          <a:prstGeom prst="rect">
            <a:avLst/>
          </a:prstGeom>
        </p:spPr>
        <p:txBody>
          <a:bodyPr/>
          <a:lstStyle>
            <a:lvl1pPr>
              <a:defRPr sz="2800" cap="all" spc="400" baseline="0">
                <a:solidFill>
                  <a:schemeClr val="bg1"/>
                </a:solidFill>
              </a:defRPr>
            </a:lvl1pPr>
          </a:lstStyle>
          <a:p>
            <a:r>
              <a:rPr lang="en-US" dirty="0"/>
              <a:t>Click to add title</a:t>
            </a:r>
          </a:p>
        </p:txBody>
      </p:sp>
      <p:sp>
        <p:nvSpPr>
          <p:cNvPr id="26" name="Text Placeholder 14">
            <a:extLst>
              <a:ext uri="{FF2B5EF4-FFF2-40B4-BE49-F238E27FC236}">
                <a16:creationId xmlns:a16="http://schemas.microsoft.com/office/drawing/2014/main" id="{33EEFC4F-DE64-450E-9DD5-65D08E123C22}"/>
              </a:ext>
            </a:extLst>
          </p:cNvPr>
          <p:cNvSpPr>
            <a:spLocks noGrp="1"/>
          </p:cNvSpPr>
          <p:nvPr>
            <p:ph type="body" sz="quarter" idx="22" hasCustomPrompt="1"/>
          </p:nvPr>
        </p:nvSpPr>
        <p:spPr>
          <a:xfrm>
            <a:off x="4199594" y="1873815"/>
            <a:ext cx="2556579" cy="365125"/>
          </a:xfrm>
          <a:prstGeom prst="rect">
            <a:avLst/>
          </a:prstGeom>
        </p:spPr>
        <p:txBody>
          <a:bodyPr/>
          <a:lstStyle>
            <a:lvl1pPr marL="0" indent="0">
              <a:buNone/>
              <a:defRPr sz="1600" cap="none" spc="200" baseline="0">
                <a:solidFill>
                  <a:schemeClr val="accent6"/>
                </a:solidFill>
                <a:latin typeface="+mj-lt"/>
              </a:defRPr>
            </a:lvl1pPr>
          </a:lstStyle>
          <a:p>
            <a:pPr lvl="0"/>
            <a:r>
              <a:rPr lang="en-US" dirty="0"/>
              <a:t>Click to add title</a:t>
            </a:r>
          </a:p>
        </p:txBody>
      </p:sp>
      <p:sp>
        <p:nvSpPr>
          <p:cNvPr id="18" name="Text Placeholder 14">
            <a:extLst>
              <a:ext uri="{FF2B5EF4-FFF2-40B4-BE49-F238E27FC236}">
                <a16:creationId xmlns:a16="http://schemas.microsoft.com/office/drawing/2014/main" id="{38C58F5B-7BA2-42E8-B66A-4561678ADDC4}"/>
              </a:ext>
            </a:extLst>
          </p:cNvPr>
          <p:cNvSpPr>
            <a:spLocks noGrp="1"/>
          </p:cNvSpPr>
          <p:nvPr>
            <p:ph type="body" sz="quarter" idx="15" hasCustomPrompt="1"/>
          </p:nvPr>
        </p:nvSpPr>
        <p:spPr>
          <a:xfrm>
            <a:off x="4199595" y="2178444"/>
            <a:ext cx="2556579" cy="1328236"/>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15" name="Text Placeholder 14">
            <a:extLst>
              <a:ext uri="{FF2B5EF4-FFF2-40B4-BE49-F238E27FC236}">
                <a16:creationId xmlns:a16="http://schemas.microsoft.com/office/drawing/2014/main" id="{66743AAE-DD8A-4954-B033-100DF6D97554}"/>
              </a:ext>
            </a:extLst>
          </p:cNvPr>
          <p:cNvSpPr>
            <a:spLocks noGrp="1"/>
          </p:cNvSpPr>
          <p:nvPr>
            <p:ph type="body" sz="quarter" idx="12" hasCustomPrompt="1"/>
          </p:nvPr>
        </p:nvSpPr>
        <p:spPr>
          <a:xfrm>
            <a:off x="7538997" y="1873815"/>
            <a:ext cx="2556578" cy="365125"/>
          </a:xfrm>
          <a:prstGeom prst="rect">
            <a:avLst/>
          </a:prstGeom>
        </p:spPr>
        <p:txBody>
          <a:bodyPr/>
          <a:lstStyle>
            <a:lvl1pPr marL="0" indent="0">
              <a:buNone/>
              <a:defRPr sz="1600" cap="none" spc="200" baseline="0">
                <a:solidFill>
                  <a:schemeClr val="accent6"/>
                </a:solidFill>
                <a:latin typeface="+mj-lt"/>
              </a:defRPr>
            </a:lvl1pPr>
          </a:lstStyle>
          <a:p>
            <a:pPr lvl="0"/>
            <a:r>
              <a:rPr lang="en-US" dirty="0"/>
              <a:t>Click to add title</a:t>
            </a:r>
          </a:p>
        </p:txBody>
      </p:sp>
      <p:sp>
        <p:nvSpPr>
          <p:cNvPr id="16" name="Text Placeholder 14">
            <a:extLst>
              <a:ext uri="{FF2B5EF4-FFF2-40B4-BE49-F238E27FC236}">
                <a16:creationId xmlns:a16="http://schemas.microsoft.com/office/drawing/2014/main" id="{B7B5D3C5-66A2-486B-9B1D-A7075D150C27}"/>
              </a:ext>
            </a:extLst>
          </p:cNvPr>
          <p:cNvSpPr>
            <a:spLocks noGrp="1"/>
          </p:cNvSpPr>
          <p:nvPr>
            <p:ph type="body" sz="quarter" idx="13" hasCustomPrompt="1"/>
          </p:nvPr>
        </p:nvSpPr>
        <p:spPr>
          <a:xfrm>
            <a:off x="7538997" y="2178444"/>
            <a:ext cx="2556578" cy="1291081"/>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30" name="Text Placeholder 14">
            <a:extLst>
              <a:ext uri="{FF2B5EF4-FFF2-40B4-BE49-F238E27FC236}">
                <a16:creationId xmlns:a16="http://schemas.microsoft.com/office/drawing/2014/main" id="{AD063EDB-47FD-44F8-9344-12CBC2AE0B77}"/>
              </a:ext>
            </a:extLst>
          </p:cNvPr>
          <p:cNvSpPr>
            <a:spLocks noGrp="1"/>
          </p:cNvSpPr>
          <p:nvPr>
            <p:ph type="body" sz="quarter" idx="24" hasCustomPrompt="1"/>
          </p:nvPr>
        </p:nvSpPr>
        <p:spPr>
          <a:xfrm>
            <a:off x="4199595" y="4071261"/>
            <a:ext cx="2556577" cy="365125"/>
          </a:xfrm>
          <a:prstGeom prst="rect">
            <a:avLst/>
          </a:prstGeom>
        </p:spPr>
        <p:txBody>
          <a:bodyPr/>
          <a:lstStyle>
            <a:lvl1pPr marL="0" indent="0">
              <a:buNone/>
              <a:defRPr sz="1600" cap="none" spc="200" baseline="0">
                <a:solidFill>
                  <a:schemeClr val="accent6"/>
                </a:solidFill>
                <a:latin typeface="+mj-lt"/>
              </a:defRPr>
            </a:lvl1pPr>
          </a:lstStyle>
          <a:p>
            <a:pPr lvl="0"/>
            <a:r>
              <a:rPr lang="en-US" dirty="0"/>
              <a:t>Click to add title</a:t>
            </a:r>
          </a:p>
        </p:txBody>
      </p:sp>
      <p:sp>
        <p:nvSpPr>
          <p:cNvPr id="22" name="Text Placeholder 14">
            <a:extLst>
              <a:ext uri="{FF2B5EF4-FFF2-40B4-BE49-F238E27FC236}">
                <a16:creationId xmlns:a16="http://schemas.microsoft.com/office/drawing/2014/main" id="{94586DE3-CDE9-4337-A49D-C1031595E36F}"/>
              </a:ext>
            </a:extLst>
          </p:cNvPr>
          <p:cNvSpPr>
            <a:spLocks noGrp="1"/>
          </p:cNvSpPr>
          <p:nvPr>
            <p:ph type="body" sz="quarter" idx="19" hasCustomPrompt="1"/>
          </p:nvPr>
        </p:nvSpPr>
        <p:spPr>
          <a:xfrm>
            <a:off x="4199596" y="4383943"/>
            <a:ext cx="2556577" cy="1328236"/>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29" name="Text Placeholder 14">
            <a:extLst>
              <a:ext uri="{FF2B5EF4-FFF2-40B4-BE49-F238E27FC236}">
                <a16:creationId xmlns:a16="http://schemas.microsoft.com/office/drawing/2014/main" id="{64F0745D-06FC-4840-B9DF-3176DEDA6F67}"/>
              </a:ext>
            </a:extLst>
          </p:cNvPr>
          <p:cNvSpPr>
            <a:spLocks noGrp="1"/>
          </p:cNvSpPr>
          <p:nvPr>
            <p:ph type="body" sz="quarter" idx="23" hasCustomPrompt="1"/>
          </p:nvPr>
        </p:nvSpPr>
        <p:spPr>
          <a:xfrm>
            <a:off x="7538997" y="4071261"/>
            <a:ext cx="2556578" cy="365125"/>
          </a:xfrm>
          <a:prstGeom prst="rect">
            <a:avLst/>
          </a:prstGeom>
        </p:spPr>
        <p:txBody>
          <a:bodyPr/>
          <a:lstStyle>
            <a:lvl1pPr marL="0" indent="0">
              <a:buNone/>
              <a:defRPr sz="1600" cap="none" spc="200" baseline="0">
                <a:solidFill>
                  <a:schemeClr val="accent6"/>
                </a:solidFill>
                <a:latin typeface="+mj-lt"/>
              </a:defRPr>
            </a:lvl1pPr>
          </a:lstStyle>
          <a:p>
            <a:pPr lvl="0"/>
            <a:r>
              <a:rPr lang="en-US" dirty="0"/>
              <a:t>Click to add title</a:t>
            </a:r>
          </a:p>
        </p:txBody>
      </p:sp>
      <p:sp>
        <p:nvSpPr>
          <p:cNvPr id="20" name="Text Placeholder 14">
            <a:extLst>
              <a:ext uri="{FF2B5EF4-FFF2-40B4-BE49-F238E27FC236}">
                <a16:creationId xmlns:a16="http://schemas.microsoft.com/office/drawing/2014/main" id="{F29A1EC1-1F01-46ED-BF67-15FE9E12068C}"/>
              </a:ext>
            </a:extLst>
          </p:cNvPr>
          <p:cNvSpPr>
            <a:spLocks noGrp="1"/>
          </p:cNvSpPr>
          <p:nvPr>
            <p:ph type="body" sz="quarter" idx="17" hasCustomPrompt="1"/>
          </p:nvPr>
        </p:nvSpPr>
        <p:spPr>
          <a:xfrm>
            <a:off x="7538997" y="4375890"/>
            <a:ext cx="2556578" cy="1291081"/>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41" name="Footer Placeholder 15">
            <a:extLst>
              <a:ext uri="{FF2B5EF4-FFF2-40B4-BE49-F238E27FC236}">
                <a16:creationId xmlns:a16="http://schemas.microsoft.com/office/drawing/2014/main" id="{B2A74AF7-DFFE-4795-8CF0-8C90F6C3E5D7}"/>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42" name="Slide Number Placeholder 16">
            <a:extLst>
              <a:ext uri="{FF2B5EF4-FFF2-40B4-BE49-F238E27FC236}">
                <a16:creationId xmlns:a16="http://schemas.microsoft.com/office/drawing/2014/main" id="{13F4D90B-645E-4CFF-8AA0-91C269845FBC}"/>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43" name="Date Placeholder 14">
            <a:extLst>
              <a:ext uri="{FF2B5EF4-FFF2-40B4-BE49-F238E27FC236}">
                <a16:creationId xmlns:a16="http://schemas.microsoft.com/office/drawing/2014/main" id="{21EA3114-5B31-47ED-9AB6-EE59E580379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2074144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6D81B66-9FC1-4E48-808B-98B1726D470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11" name="Title 10">
            <a:extLst>
              <a:ext uri="{FF2B5EF4-FFF2-40B4-BE49-F238E27FC236}">
                <a16:creationId xmlns:a16="http://schemas.microsoft.com/office/drawing/2014/main" id="{747F51C0-908A-420C-B5BC-5685D0E95231}"/>
              </a:ext>
            </a:extLst>
          </p:cNvPr>
          <p:cNvSpPr>
            <a:spLocks noGrp="1"/>
          </p:cNvSpPr>
          <p:nvPr>
            <p:ph type="title" hasCustomPrompt="1"/>
          </p:nvPr>
        </p:nvSpPr>
        <p:spPr>
          <a:xfrm>
            <a:off x="3509716" y="1823625"/>
            <a:ext cx="4719884" cy="580030"/>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26" name="Text Placeholder 14">
            <a:extLst>
              <a:ext uri="{FF2B5EF4-FFF2-40B4-BE49-F238E27FC236}">
                <a16:creationId xmlns:a16="http://schemas.microsoft.com/office/drawing/2014/main" id="{4F835D01-B0D4-49D8-B947-C2062305C5C5}"/>
              </a:ext>
            </a:extLst>
          </p:cNvPr>
          <p:cNvSpPr>
            <a:spLocks noGrp="1"/>
          </p:cNvSpPr>
          <p:nvPr>
            <p:ph type="body" sz="quarter" idx="12" hasCustomPrompt="1"/>
          </p:nvPr>
        </p:nvSpPr>
        <p:spPr>
          <a:xfrm>
            <a:off x="379005" y="4230943"/>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27" name="Text Placeholder 14">
            <a:extLst>
              <a:ext uri="{FF2B5EF4-FFF2-40B4-BE49-F238E27FC236}">
                <a16:creationId xmlns:a16="http://schemas.microsoft.com/office/drawing/2014/main" id="{0B4ACDBA-7606-44B8-B1E1-C4750F89525F}"/>
              </a:ext>
            </a:extLst>
          </p:cNvPr>
          <p:cNvSpPr>
            <a:spLocks noGrp="1"/>
          </p:cNvSpPr>
          <p:nvPr>
            <p:ph type="body" sz="quarter" idx="13" hasCustomPrompt="1"/>
          </p:nvPr>
        </p:nvSpPr>
        <p:spPr>
          <a:xfrm>
            <a:off x="379005" y="4546458"/>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32" name="Text Placeholder 14">
            <a:extLst>
              <a:ext uri="{FF2B5EF4-FFF2-40B4-BE49-F238E27FC236}">
                <a16:creationId xmlns:a16="http://schemas.microsoft.com/office/drawing/2014/main" id="{D24600D7-8A94-406B-9274-351140BE27DC}"/>
              </a:ext>
            </a:extLst>
          </p:cNvPr>
          <p:cNvSpPr>
            <a:spLocks noGrp="1"/>
          </p:cNvSpPr>
          <p:nvPr>
            <p:ph type="body" sz="quarter" idx="22" hasCustomPrompt="1"/>
          </p:nvPr>
        </p:nvSpPr>
        <p:spPr>
          <a:xfrm>
            <a:off x="3237502" y="4234631"/>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28" name="Text Placeholder 14">
            <a:extLst>
              <a:ext uri="{FF2B5EF4-FFF2-40B4-BE49-F238E27FC236}">
                <a16:creationId xmlns:a16="http://schemas.microsoft.com/office/drawing/2014/main" id="{5FE6844F-9BC3-4E56-82B1-0B53BE292BA0}"/>
              </a:ext>
            </a:extLst>
          </p:cNvPr>
          <p:cNvSpPr>
            <a:spLocks noGrp="1"/>
          </p:cNvSpPr>
          <p:nvPr>
            <p:ph type="body" sz="quarter" idx="15" hasCustomPrompt="1"/>
          </p:nvPr>
        </p:nvSpPr>
        <p:spPr>
          <a:xfrm>
            <a:off x="3237503" y="4550146"/>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33" name="Text Placeholder 14">
            <a:extLst>
              <a:ext uri="{FF2B5EF4-FFF2-40B4-BE49-F238E27FC236}">
                <a16:creationId xmlns:a16="http://schemas.microsoft.com/office/drawing/2014/main" id="{105C7AE2-E0F2-4EA9-B804-774B125FB0DF}"/>
              </a:ext>
            </a:extLst>
          </p:cNvPr>
          <p:cNvSpPr>
            <a:spLocks noGrp="1"/>
          </p:cNvSpPr>
          <p:nvPr>
            <p:ph type="body" sz="quarter" idx="23" hasCustomPrompt="1"/>
          </p:nvPr>
        </p:nvSpPr>
        <p:spPr>
          <a:xfrm>
            <a:off x="6096000" y="4218499"/>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29" name="Text Placeholder 14">
            <a:extLst>
              <a:ext uri="{FF2B5EF4-FFF2-40B4-BE49-F238E27FC236}">
                <a16:creationId xmlns:a16="http://schemas.microsoft.com/office/drawing/2014/main" id="{4B70930A-D98B-43B3-BC32-B48D9D7F06B3}"/>
              </a:ext>
            </a:extLst>
          </p:cNvPr>
          <p:cNvSpPr>
            <a:spLocks noGrp="1"/>
          </p:cNvSpPr>
          <p:nvPr>
            <p:ph type="body" sz="quarter" idx="17" hasCustomPrompt="1"/>
          </p:nvPr>
        </p:nvSpPr>
        <p:spPr>
          <a:xfrm>
            <a:off x="6096000" y="4534014"/>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34" name="Text Placeholder 14">
            <a:extLst>
              <a:ext uri="{FF2B5EF4-FFF2-40B4-BE49-F238E27FC236}">
                <a16:creationId xmlns:a16="http://schemas.microsoft.com/office/drawing/2014/main" id="{500DE4BC-2A21-4C62-8F5C-AFE1D0AEDFBE}"/>
              </a:ext>
            </a:extLst>
          </p:cNvPr>
          <p:cNvSpPr>
            <a:spLocks noGrp="1"/>
          </p:cNvSpPr>
          <p:nvPr>
            <p:ph type="body" sz="quarter" idx="24" hasCustomPrompt="1"/>
          </p:nvPr>
        </p:nvSpPr>
        <p:spPr>
          <a:xfrm>
            <a:off x="8946967" y="4218499"/>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30" name="Text Placeholder 14">
            <a:extLst>
              <a:ext uri="{FF2B5EF4-FFF2-40B4-BE49-F238E27FC236}">
                <a16:creationId xmlns:a16="http://schemas.microsoft.com/office/drawing/2014/main" id="{0EEFD44C-4B64-4246-BC04-76812ED5E09E}"/>
              </a:ext>
            </a:extLst>
          </p:cNvPr>
          <p:cNvSpPr>
            <a:spLocks noGrp="1"/>
          </p:cNvSpPr>
          <p:nvPr>
            <p:ph type="body" sz="quarter" idx="19" hasCustomPrompt="1"/>
          </p:nvPr>
        </p:nvSpPr>
        <p:spPr>
          <a:xfrm>
            <a:off x="8946967" y="4534014"/>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20" name="Footer Placeholder 15">
            <a:extLst>
              <a:ext uri="{FF2B5EF4-FFF2-40B4-BE49-F238E27FC236}">
                <a16:creationId xmlns:a16="http://schemas.microsoft.com/office/drawing/2014/main" id="{AB492A3E-766F-42FE-A5F7-88807B595947}"/>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21" name="Slide Number Placeholder 16">
            <a:extLst>
              <a:ext uri="{FF2B5EF4-FFF2-40B4-BE49-F238E27FC236}">
                <a16:creationId xmlns:a16="http://schemas.microsoft.com/office/drawing/2014/main" id="{784AE79C-95F2-4A84-B62A-95B076FB0218}"/>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2" name="Date Placeholder 14">
            <a:extLst>
              <a:ext uri="{FF2B5EF4-FFF2-40B4-BE49-F238E27FC236}">
                <a16:creationId xmlns:a16="http://schemas.microsoft.com/office/drawing/2014/main" id="{1C2E5CE3-E252-4255-BF5E-8B4F1F3A1635}"/>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
        <p:nvSpPr>
          <p:cNvPr id="14" name="Picture Placeholder 13">
            <a:extLst>
              <a:ext uri="{FF2B5EF4-FFF2-40B4-BE49-F238E27FC236}">
                <a16:creationId xmlns:a16="http://schemas.microsoft.com/office/drawing/2014/main" id="{45E5C588-A831-4EB3-BFDF-78002F7D5507}"/>
              </a:ext>
            </a:extLst>
          </p:cNvPr>
          <p:cNvSpPr>
            <a:spLocks noGrp="1"/>
          </p:cNvSpPr>
          <p:nvPr>
            <p:ph type="pic" sz="quarter" idx="25"/>
          </p:nvPr>
        </p:nvSpPr>
        <p:spPr>
          <a:xfrm>
            <a:off x="1408479" y="3330145"/>
            <a:ext cx="603504" cy="603504"/>
          </a:xfrm>
          <a:prstGeom prst="rect">
            <a:avLst/>
          </a:prstGeom>
        </p:spPr>
        <p:txBody>
          <a:bodyPr/>
          <a:lstStyle>
            <a:lvl1pPr marL="0" indent="0">
              <a:buNone/>
              <a:defRPr sz="1000">
                <a:solidFill>
                  <a:schemeClr val="bg1"/>
                </a:solidFill>
              </a:defRPr>
            </a:lvl1pPr>
          </a:lstStyle>
          <a:p>
            <a:r>
              <a:rPr lang="en-US"/>
              <a:t>Click icon to add picture</a:t>
            </a:r>
            <a:endParaRPr lang="en-US" dirty="0"/>
          </a:p>
        </p:txBody>
      </p:sp>
      <p:sp>
        <p:nvSpPr>
          <p:cNvPr id="36" name="Picture Placeholder 13">
            <a:extLst>
              <a:ext uri="{FF2B5EF4-FFF2-40B4-BE49-F238E27FC236}">
                <a16:creationId xmlns:a16="http://schemas.microsoft.com/office/drawing/2014/main" id="{AD31BE3F-B09E-4BCC-947F-3D4DB153E354}"/>
              </a:ext>
            </a:extLst>
          </p:cNvPr>
          <p:cNvSpPr>
            <a:spLocks noGrp="1"/>
          </p:cNvSpPr>
          <p:nvPr>
            <p:ph type="pic" sz="quarter" idx="26"/>
          </p:nvPr>
        </p:nvSpPr>
        <p:spPr>
          <a:xfrm>
            <a:off x="4266976" y="3330145"/>
            <a:ext cx="603504" cy="603504"/>
          </a:xfrm>
          <a:prstGeom prst="rect">
            <a:avLst/>
          </a:prstGeom>
        </p:spPr>
        <p:txBody>
          <a:bodyPr/>
          <a:lstStyle>
            <a:lvl1pPr marL="0" indent="0">
              <a:buNone/>
              <a:defRPr sz="1000">
                <a:solidFill>
                  <a:schemeClr val="bg1"/>
                </a:solidFill>
              </a:defRPr>
            </a:lvl1pPr>
          </a:lstStyle>
          <a:p>
            <a:r>
              <a:rPr lang="en-US"/>
              <a:t>Click icon to add picture</a:t>
            </a:r>
            <a:endParaRPr lang="en-US" dirty="0"/>
          </a:p>
        </p:txBody>
      </p:sp>
      <p:sp>
        <p:nvSpPr>
          <p:cNvPr id="37" name="Picture Placeholder 13">
            <a:extLst>
              <a:ext uri="{FF2B5EF4-FFF2-40B4-BE49-F238E27FC236}">
                <a16:creationId xmlns:a16="http://schemas.microsoft.com/office/drawing/2014/main" id="{0BF7BBBD-C42C-408E-8F10-7B1BF3C53EF0}"/>
              </a:ext>
            </a:extLst>
          </p:cNvPr>
          <p:cNvSpPr>
            <a:spLocks noGrp="1"/>
          </p:cNvSpPr>
          <p:nvPr>
            <p:ph type="pic" sz="quarter" idx="27"/>
          </p:nvPr>
        </p:nvSpPr>
        <p:spPr>
          <a:xfrm>
            <a:off x="9972085" y="3330145"/>
            <a:ext cx="603504" cy="603504"/>
          </a:xfrm>
          <a:prstGeom prst="rect">
            <a:avLst/>
          </a:prstGeom>
        </p:spPr>
        <p:txBody>
          <a:bodyPr/>
          <a:lstStyle>
            <a:lvl1pPr marL="0" indent="0">
              <a:buNone/>
              <a:defRPr sz="1000">
                <a:solidFill>
                  <a:schemeClr val="bg1"/>
                </a:solidFill>
              </a:defRPr>
            </a:lvl1pPr>
          </a:lstStyle>
          <a:p>
            <a:r>
              <a:rPr lang="en-US"/>
              <a:t>Click icon to add picture</a:t>
            </a:r>
            <a:endParaRPr lang="en-US" dirty="0"/>
          </a:p>
        </p:txBody>
      </p:sp>
      <p:sp>
        <p:nvSpPr>
          <p:cNvPr id="38" name="Picture Placeholder 13">
            <a:extLst>
              <a:ext uri="{FF2B5EF4-FFF2-40B4-BE49-F238E27FC236}">
                <a16:creationId xmlns:a16="http://schemas.microsoft.com/office/drawing/2014/main" id="{74FF5159-7129-4F52-B5B7-13F2D04EAD34}"/>
              </a:ext>
            </a:extLst>
          </p:cNvPr>
          <p:cNvSpPr>
            <a:spLocks noGrp="1"/>
          </p:cNvSpPr>
          <p:nvPr>
            <p:ph type="pic" sz="quarter" idx="28"/>
          </p:nvPr>
        </p:nvSpPr>
        <p:spPr>
          <a:xfrm>
            <a:off x="7109232" y="3330145"/>
            <a:ext cx="603504" cy="603504"/>
          </a:xfrm>
          <a:prstGeom prst="rect">
            <a:avLst/>
          </a:prstGeom>
        </p:spPr>
        <p:txBody>
          <a:bodyPr/>
          <a:lstStyle>
            <a:lvl1pPr marL="0" indent="0">
              <a:buNone/>
              <a:defRPr sz="1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391310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4076C2D-3CFB-4EFB-8012-9F6E6533367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D1D3A9EE-57EE-476A-A657-3A4019818918}"/>
              </a:ext>
            </a:extLst>
          </p:cNvPr>
          <p:cNvSpPr>
            <a:spLocks noGrp="1"/>
          </p:cNvSpPr>
          <p:nvPr>
            <p:ph type="title" hasCustomPrompt="1"/>
          </p:nvPr>
        </p:nvSpPr>
        <p:spPr>
          <a:xfrm>
            <a:off x="4196218" y="690802"/>
            <a:ext cx="4936277" cy="575890"/>
          </a:xfrm>
          <a:prstGeom prst="rect">
            <a:avLst/>
          </a:prstGeom>
        </p:spPr>
        <p:txBody>
          <a:bodyPr/>
          <a:lstStyle>
            <a:lvl1pPr algn="l">
              <a:defRPr sz="2800" cap="all" spc="400" baseline="0">
                <a:solidFill>
                  <a:schemeClr val="bg1"/>
                </a:solidFill>
              </a:defRPr>
            </a:lvl1pPr>
          </a:lstStyle>
          <a:p>
            <a:r>
              <a:rPr lang="en-US" dirty="0"/>
              <a:t>Click to add title</a:t>
            </a:r>
          </a:p>
        </p:txBody>
      </p:sp>
      <p:sp>
        <p:nvSpPr>
          <p:cNvPr id="33" name="Text Placeholder 14">
            <a:extLst>
              <a:ext uri="{FF2B5EF4-FFF2-40B4-BE49-F238E27FC236}">
                <a16:creationId xmlns:a16="http://schemas.microsoft.com/office/drawing/2014/main" id="{2A0CB777-EF14-4BA6-A19D-697B165B1D34}"/>
              </a:ext>
            </a:extLst>
          </p:cNvPr>
          <p:cNvSpPr>
            <a:spLocks noGrp="1"/>
          </p:cNvSpPr>
          <p:nvPr>
            <p:ph type="body" sz="quarter" idx="12" hasCustomPrompt="1"/>
          </p:nvPr>
        </p:nvSpPr>
        <p:spPr>
          <a:xfrm>
            <a:off x="4190069" y="2568679"/>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dirty="0"/>
              <a:t>Click to add title</a:t>
            </a:r>
          </a:p>
        </p:txBody>
      </p:sp>
      <p:sp>
        <p:nvSpPr>
          <p:cNvPr id="32" name="Text Placeholder 14">
            <a:extLst>
              <a:ext uri="{FF2B5EF4-FFF2-40B4-BE49-F238E27FC236}">
                <a16:creationId xmlns:a16="http://schemas.microsoft.com/office/drawing/2014/main" id="{0053894D-FD48-4BB5-84D8-2EE54EC8D700}"/>
              </a:ext>
            </a:extLst>
          </p:cNvPr>
          <p:cNvSpPr>
            <a:spLocks noGrp="1"/>
          </p:cNvSpPr>
          <p:nvPr>
            <p:ph type="body" sz="quarter" idx="13" hasCustomPrompt="1"/>
          </p:nvPr>
        </p:nvSpPr>
        <p:spPr>
          <a:xfrm>
            <a:off x="4190069" y="2861988"/>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58" name="Text Placeholder 14">
            <a:extLst>
              <a:ext uri="{FF2B5EF4-FFF2-40B4-BE49-F238E27FC236}">
                <a16:creationId xmlns:a16="http://schemas.microsoft.com/office/drawing/2014/main" id="{32A7FBEC-71F7-4A1F-82A1-C7FBFE05185C}"/>
              </a:ext>
            </a:extLst>
          </p:cNvPr>
          <p:cNvSpPr>
            <a:spLocks noGrp="1"/>
          </p:cNvSpPr>
          <p:nvPr>
            <p:ph type="body" sz="quarter" idx="21" hasCustomPrompt="1"/>
          </p:nvPr>
        </p:nvSpPr>
        <p:spPr>
          <a:xfrm>
            <a:off x="7913979" y="2568679"/>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dirty="0"/>
              <a:t>Click to add title</a:t>
            </a:r>
          </a:p>
        </p:txBody>
      </p:sp>
      <p:sp>
        <p:nvSpPr>
          <p:cNvPr id="57" name="Text Placeholder 14">
            <a:extLst>
              <a:ext uri="{FF2B5EF4-FFF2-40B4-BE49-F238E27FC236}">
                <a16:creationId xmlns:a16="http://schemas.microsoft.com/office/drawing/2014/main" id="{00EDBC93-E454-47AD-B9C9-E7CCE8DE6B59}"/>
              </a:ext>
            </a:extLst>
          </p:cNvPr>
          <p:cNvSpPr>
            <a:spLocks noGrp="1"/>
          </p:cNvSpPr>
          <p:nvPr>
            <p:ph type="body" sz="quarter" idx="20" hasCustomPrompt="1"/>
          </p:nvPr>
        </p:nvSpPr>
        <p:spPr>
          <a:xfrm>
            <a:off x="7913979" y="2861988"/>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64" name="Text Placeholder 14">
            <a:extLst>
              <a:ext uri="{FF2B5EF4-FFF2-40B4-BE49-F238E27FC236}">
                <a16:creationId xmlns:a16="http://schemas.microsoft.com/office/drawing/2014/main" id="{E792D94E-72D4-43F1-8063-14A3F6270A35}"/>
              </a:ext>
            </a:extLst>
          </p:cNvPr>
          <p:cNvSpPr>
            <a:spLocks noGrp="1"/>
          </p:cNvSpPr>
          <p:nvPr>
            <p:ph type="body" sz="quarter" idx="23" hasCustomPrompt="1"/>
          </p:nvPr>
        </p:nvSpPr>
        <p:spPr>
          <a:xfrm>
            <a:off x="4190069" y="5044309"/>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dirty="0"/>
              <a:t>Click to add title</a:t>
            </a:r>
          </a:p>
        </p:txBody>
      </p:sp>
      <p:sp>
        <p:nvSpPr>
          <p:cNvPr id="63" name="Text Placeholder 14">
            <a:extLst>
              <a:ext uri="{FF2B5EF4-FFF2-40B4-BE49-F238E27FC236}">
                <a16:creationId xmlns:a16="http://schemas.microsoft.com/office/drawing/2014/main" id="{C18EBA8F-5A95-4501-A602-A9889F0CE3A0}"/>
              </a:ext>
            </a:extLst>
          </p:cNvPr>
          <p:cNvSpPr>
            <a:spLocks noGrp="1"/>
          </p:cNvSpPr>
          <p:nvPr>
            <p:ph type="body" sz="quarter" idx="22" hasCustomPrompt="1"/>
          </p:nvPr>
        </p:nvSpPr>
        <p:spPr>
          <a:xfrm>
            <a:off x="4190069" y="5337618"/>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67" name="Text Placeholder 14">
            <a:extLst>
              <a:ext uri="{FF2B5EF4-FFF2-40B4-BE49-F238E27FC236}">
                <a16:creationId xmlns:a16="http://schemas.microsoft.com/office/drawing/2014/main" id="{AF03D6DF-70BB-4EC0-B7BF-94BB780FDF01}"/>
              </a:ext>
            </a:extLst>
          </p:cNvPr>
          <p:cNvSpPr>
            <a:spLocks noGrp="1"/>
          </p:cNvSpPr>
          <p:nvPr>
            <p:ph type="body" sz="quarter" idx="25" hasCustomPrompt="1"/>
          </p:nvPr>
        </p:nvSpPr>
        <p:spPr>
          <a:xfrm>
            <a:off x="7913980" y="5047681"/>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dirty="0"/>
              <a:t>Click to add title</a:t>
            </a:r>
          </a:p>
        </p:txBody>
      </p:sp>
      <p:sp>
        <p:nvSpPr>
          <p:cNvPr id="66" name="Text Placeholder 14">
            <a:extLst>
              <a:ext uri="{FF2B5EF4-FFF2-40B4-BE49-F238E27FC236}">
                <a16:creationId xmlns:a16="http://schemas.microsoft.com/office/drawing/2014/main" id="{A21FAF3A-556C-4A61-B1C4-E6FB98BE40B2}"/>
              </a:ext>
            </a:extLst>
          </p:cNvPr>
          <p:cNvSpPr>
            <a:spLocks noGrp="1"/>
          </p:cNvSpPr>
          <p:nvPr>
            <p:ph type="body" sz="quarter" idx="24" hasCustomPrompt="1"/>
          </p:nvPr>
        </p:nvSpPr>
        <p:spPr>
          <a:xfrm>
            <a:off x="7913980" y="5340990"/>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22" name="Footer Placeholder 15">
            <a:extLst>
              <a:ext uri="{FF2B5EF4-FFF2-40B4-BE49-F238E27FC236}">
                <a16:creationId xmlns:a16="http://schemas.microsoft.com/office/drawing/2014/main" id="{54442D89-5EE7-4BC5-A35D-B0F93DD36269}"/>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23" name="Slide Number Placeholder 16">
            <a:extLst>
              <a:ext uri="{FF2B5EF4-FFF2-40B4-BE49-F238E27FC236}">
                <a16:creationId xmlns:a16="http://schemas.microsoft.com/office/drawing/2014/main" id="{DC13E404-DE29-4300-A8D5-25F34585A492}"/>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4" name="Date Placeholder 14">
            <a:extLst>
              <a:ext uri="{FF2B5EF4-FFF2-40B4-BE49-F238E27FC236}">
                <a16:creationId xmlns:a16="http://schemas.microsoft.com/office/drawing/2014/main" id="{1EAC24B5-8E72-46CA-9A6A-4A6D6EA2C064}"/>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
        <p:nvSpPr>
          <p:cNvPr id="5" name="Picture Placeholder 4">
            <a:extLst>
              <a:ext uri="{FF2B5EF4-FFF2-40B4-BE49-F238E27FC236}">
                <a16:creationId xmlns:a16="http://schemas.microsoft.com/office/drawing/2014/main" id="{C1F11D19-3D38-460E-A8AF-F6A30642EC0D}"/>
              </a:ext>
            </a:extLst>
          </p:cNvPr>
          <p:cNvSpPr>
            <a:spLocks noGrp="1"/>
          </p:cNvSpPr>
          <p:nvPr>
            <p:ph type="pic" sz="quarter" idx="26"/>
          </p:nvPr>
        </p:nvSpPr>
        <p:spPr>
          <a:xfrm>
            <a:off x="4190069" y="1818852"/>
            <a:ext cx="603504" cy="603504"/>
          </a:xfrm>
          <a:prstGeom prst="rect">
            <a:avLst/>
          </a:prstGeom>
        </p:spPr>
        <p:txBody>
          <a:bodyPr/>
          <a:lstStyle>
            <a:lvl1pPr marL="0" indent="0">
              <a:buNone/>
              <a:defRPr sz="1050">
                <a:solidFill>
                  <a:schemeClr val="bg1"/>
                </a:solidFill>
              </a:defRPr>
            </a:lvl1pPr>
          </a:lstStyle>
          <a:p>
            <a:r>
              <a:rPr lang="en-US"/>
              <a:t>Click icon to add picture</a:t>
            </a:r>
            <a:endParaRPr lang="en-US" dirty="0"/>
          </a:p>
        </p:txBody>
      </p:sp>
      <p:sp>
        <p:nvSpPr>
          <p:cNvPr id="21" name="Picture Placeholder 4">
            <a:extLst>
              <a:ext uri="{FF2B5EF4-FFF2-40B4-BE49-F238E27FC236}">
                <a16:creationId xmlns:a16="http://schemas.microsoft.com/office/drawing/2014/main" id="{F915DDB2-3A13-4240-8ECB-677499946C14}"/>
              </a:ext>
            </a:extLst>
          </p:cNvPr>
          <p:cNvSpPr>
            <a:spLocks noGrp="1"/>
          </p:cNvSpPr>
          <p:nvPr>
            <p:ph type="pic" sz="quarter" idx="27"/>
          </p:nvPr>
        </p:nvSpPr>
        <p:spPr>
          <a:xfrm>
            <a:off x="7913979" y="1818852"/>
            <a:ext cx="603504" cy="603504"/>
          </a:xfrm>
          <a:prstGeom prst="rect">
            <a:avLst/>
          </a:prstGeom>
        </p:spPr>
        <p:txBody>
          <a:bodyPr/>
          <a:lstStyle>
            <a:lvl1pPr marL="0" indent="0">
              <a:buNone/>
              <a:defRPr sz="1050">
                <a:solidFill>
                  <a:schemeClr val="bg1"/>
                </a:solidFill>
              </a:defRPr>
            </a:lvl1pPr>
          </a:lstStyle>
          <a:p>
            <a:r>
              <a:rPr lang="en-US"/>
              <a:t>Click icon to add picture</a:t>
            </a:r>
            <a:endParaRPr lang="en-US" dirty="0"/>
          </a:p>
        </p:txBody>
      </p:sp>
      <p:sp>
        <p:nvSpPr>
          <p:cNvPr id="25" name="Picture Placeholder 4">
            <a:extLst>
              <a:ext uri="{FF2B5EF4-FFF2-40B4-BE49-F238E27FC236}">
                <a16:creationId xmlns:a16="http://schemas.microsoft.com/office/drawing/2014/main" id="{E9059CA0-144F-4780-BA0D-005B827AAECE}"/>
              </a:ext>
            </a:extLst>
          </p:cNvPr>
          <p:cNvSpPr>
            <a:spLocks noGrp="1"/>
          </p:cNvSpPr>
          <p:nvPr>
            <p:ph type="pic" sz="quarter" idx="28"/>
          </p:nvPr>
        </p:nvSpPr>
        <p:spPr>
          <a:xfrm>
            <a:off x="4190069" y="4281832"/>
            <a:ext cx="603504" cy="603504"/>
          </a:xfrm>
          <a:prstGeom prst="rect">
            <a:avLst/>
          </a:prstGeom>
        </p:spPr>
        <p:txBody>
          <a:bodyPr/>
          <a:lstStyle>
            <a:lvl1pPr marL="0" indent="0">
              <a:buNone/>
              <a:defRPr sz="1050">
                <a:solidFill>
                  <a:schemeClr val="bg1"/>
                </a:solidFill>
              </a:defRPr>
            </a:lvl1pPr>
          </a:lstStyle>
          <a:p>
            <a:r>
              <a:rPr lang="en-US"/>
              <a:t>Click icon to add picture</a:t>
            </a:r>
            <a:endParaRPr lang="en-US" dirty="0"/>
          </a:p>
        </p:txBody>
      </p:sp>
      <p:sp>
        <p:nvSpPr>
          <p:cNvPr id="26" name="Picture Placeholder 4">
            <a:extLst>
              <a:ext uri="{FF2B5EF4-FFF2-40B4-BE49-F238E27FC236}">
                <a16:creationId xmlns:a16="http://schemas.microsoft.com/office/drawing/2014/main" id="{B770164C-988C-4217-B0E9-7D0DC17C8BC6}"/>
              </a:ext>
            </a:extLst>
          </p:cNvPr>
          <p:cNvSpPr>
            <a:spLocks noGrp="1"/>
          </p:cNvSpPr>
          <p:nvPr>
            <p:ph type="pic" sz="quarter" idx="29"/>
          </p:nvPr>
        </p:nvSpPr>
        <p:spPr>
          <a:xfrm>
            <a:off x="7908115" y="4294030"/>
            <a:ext cx="603504" cy="603504"/>
          </a:xfrm>
          <a:prstGeom prst="rect">
            <a:avLst/>
          </a:prstGeom>
        </p:spPr>
        <p:txBody>
          <a:bodyPr/>
          <a:lstStyle>
            <a:lvl1pPr marL="0" indent="0">
              <a:buNone/>
              <a:defRPr sz="105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641324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duct Benefits">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ED540A63-9BB9-478A-BE65-7A901018323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767FB1D5-16C4-4AAC-9E31-560F596F8D5E}"/>
              </a:ext>
            </a:extLst>
          </p:cNvPr>
          <p:cNvSpPr>
            <a:spLocks noGrp="1"/>
          </p:cNvSpPr>
          <p:nvPr>
            <p:ph type="title" hasCustomPrompt="1"/>
          </p:nvPr>
        </p:nvSpPr>
        <p:spPr>
          <a:xfrm>
            <a:off x="3672555" y="1823626"/>
            <a:ext cx="4569572" cy="580029"/>
          </a:xfrm>
          <a:prstGeom prst="rect">
            <a:avLst/>
          </a:prstGeom>
        </p:spPr>
        <p:txBody>
          <a:bodyPr/>
          <a:lstStyle>
            <a:lvl1pPr>
              <a:defRPr sz="2800" cap="all" spc="400" baseline="0">
                <a:solidFill>
                  <a:schemeClr val="bg1"/>
                </a:solidFill>
              </a:defRPr>
            </a:lvl1pPr>
          </a:lstStyle>
          <a:p>
            <a:r>
              <a:rPr lang="en-US" dirty="0"/>
              <a:t>Click to add title</a:t>
            </a:r>
          </a:p>
        </p:txBody>
      </p:sp>
      <p:sp>
        <p:nvSpPr>
          <p:cNvPr id="27" name="Text Placeholder 14">
            <a:extLst>
              <a:ext uri="{FF2B5EF4-FFF2-40B4-BE49-F238E27FC236}">
                <a16:creationId xmlns:a16="http://schemas.microsoft.com/office/drawing/2014/main" id="{C269BEF2-E65B-4046-B8D1-1E5DC6D58296}"/>
              </a:ext>
            </a:extLst>
          </p:cNvPr>
          <p:cNvSpPr>
            <a:spLocks noGrp="1"/>
          </p:cNvSpPr>
          <p:nvPr>
            <p:ph type="body" sz="quarter" idx="22" hasCustomPrompt="1"/>
          </p:nvPr>
        </p:nvSpPr>
        <p:spPr>
          <a:xfrm>
            <a:off x="2956595" y="2807310"/>
            <a:ext cx="5824073" cy="1940149"/>
          </a:xfrm>
          <a:prstGeom prst="rect">
            <a:avLst/>
          </a:prstGeom>
        </p:spPr>
        <p:txBody>
          <a:bodyPr anchor="t"/>
          <a:lstStyle>
            <a:lvl1pPr marL="0" indent="0" algn="ctr">
              <a:lnSpc>
                <a:spcPct val="200000"/>
              </a:lnSpc>
              <a:spcBef>
                <a:spcPts val="0"/>
              </a:spcBef>
              <a:buNone/>
              <a:defRPr sz="1800" cap="none" spc="200" baseline="0">
                <a:solidFill>
                  <a:schemeClr val="bg1"/>
                </a:solidFill>
                <a:latin typeface="+mn-lt"/>
              </a:defRPr>
            </a:lvl1pPr>
          </a:lstStyle>
          <a:p>
            <a:pPr lvl="0"/>
            <a:r>
              <a:rPr lang="en-US" dirty="0"/>
              <a:t>Click to add title</a:t>
            </a:r>
          </a:p>
        </p:txBody>
      </p:sp>
      <p:sp>
        <p:nvSpPr>
          <p:cNvPr id="18" name="Footer Placeholder 15">
            <a:extLst>
              <a:ext uri="{FF2B5EF4-FFF2-40B4-BE49-F238E27FC236}">
                <a16:creationId xmlns:a16="http://schemas.microsoft.com/office/drawing/2014/main" id="{D89CE923-C669-4E0E-8161-BB328133EE8B}"/>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9" name="Slide Number Placeholder 16">
            <a:extLst>
              <a:ext uri="{FF2B5EF4-FFF2-40B4-BE49-F238E27FC236}">
                <a16:creationId xmlns:a16="http://schemas.microsoft.com/office/drawing/2014/main" id="{C820EE41-4997-4CD3-B951-56ECA884252E}"/>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0" name="Date Placeholder 14">
            <a:extLst>
              <a:ext uri="{FF2B5EF4-FFF2-40B4-BE49-F238E27FC236}">
                <a16:creationId xmlns:a16="http://schemas.microsoft.com/office/drawing/2014/main" id="{A2A3BC0C-B522-4DA2-BBC0-AC180D8B2C9A}"/>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2319137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5F31BC2D-187A-4ED3-8D67-C55187E532E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947F2F5-8E72-425B-A8C2-2B3262F73021}"/>
              </a:ext>
            </a:extLst>
          </p:cNvPr>
          <p:cNvSpPr>
            <a:spLocks noGrp="1"/>
          </p:cNvSpPr>
          <p:nvPr>
            <p:ph type="title" hasCustomPrompt="1"/>
          </p:nvPr>
        </p:nvSpPr>
        <p:spPr>
          <a:xfrm>
            <a:off x="5425440" y="2741026"/>
            <a:ext cx="5002478" cy="2357066"/>
          </a:xfrm>
          <a:prstGeom prst="rect">
            <a:avLst/>
          </a:prstGeom>
        </p:spPr>
        <p:txBody>
          <a:bodyPr/>
          <a:lstStyle>
            <a:lvl1pPr algn="ctr">
              <a:defRPr sz="4800" cap="all" spc="400" baseline="0">
                <a:solidFill>
                  <a:schemeClr val="accent6"/>
                </a:solidFill>
              </a:defRPr>
            </a:lvl1pPr>
          </a:lstStyle>
          <a:p>
            <a:r>
              <a:rPr lang="en-US" dirty="0"/>
              <a:t>Click to add title</a:t>
            </a:r>
          </a:p>
        </p:txBody>
      </p:sp>
    </p:spTree>
    <p:extLst>
      <p:ext uri="{BB962C8B-B14F-4D97-AF65-F5344CB8AC3E}">
        <p14:creationId xmlns:p14="http://schemas.microsoft.com/office/powerpoint/2010/main" val="4250547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siness Model">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490FC0B-50EB-42D6-A2A5-E02EE642E2E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16" name="Title 15">
            <a:extLst>
              <a:ext uri="{FF2B5EF4-FFF2-40B4-BE49-F238E27FC236}">
                <a16:creationId xmlns:a16="http://schemas.microsoft.com/office/drawing/2014/main" id="{04AFCE56-D794-4638-A3EC-63DCFB4B6F0D}"/>
              </a:ext>
            </a:extLst>
          </p:cNvPr>
          <p:cNvSpPr>
            <a:spLocks noGrp="1"/>
          </p:cNvSpPr>
          <p:nvPr>
            <p:ph type="title" hasCustomPrompt="1"/>
          </p:nvPr>
        </p:nvSpPr>
        <p:spPr>
          <a:xfrm>
            <a:off x="965511" y="760406"/>
            <a:ext cx="5424988" cy="579245"/>
          </a:xfrm>
          <a:prstGeom prst="rect">
            <a:avLst/>
          </a:prstGeom>
        </p:spPr>
        <p:txBody>
          <a:bodyPr/>
          <a:lstStyle>
            <a:lvl1pPr>
              <a:defRPr sz="2800" cap="all" spc="400" baseline="0">
                <a:solidFill>
                  <a:schemeClr val="bg1"/>
                </a:solidFill>
              </a:defRPr>
            </a:lvl1pPr>
          </a:lstStyle>
          <a:p>
            <a:r>
              <a:rPr lang="en-US" dirty="0"/>
              <a:t>Click to add title</a:t>
            </a:r>
          </a:p>
        </p:txBody>
      </p:sp>
      <p:sp>
        <p:nvSpPr>
          <p:cNvPr id="10" name="Text Placeholder 14">
            <a:extLst>
              <a:ext uri="{FF2B5EF4-FFF2-40B4-BE49-F238E27FC236}">
                <a16:creationId xmlns:a16="http://schemas.microsoft.com/office/drawing/2014/main" id="{318D6597-136D-4434-B628-D387BBEEC3C5}"/>
              </a:ext>
            </a:extLst>
          </p:cNvPr>
          <p:cNvSpPr>
            <a:spLocks noGrp="1"/>
          </p:cNvSpPr>
          <p:nvPr>
            <p:ph type="body" sz="quarter" idx="12" hasCustomPrompt="1"/>
          </p:nvPr>
        </p:nvSpPr>
        <p:spPr>
          <a:xfrm>
            <a:off x="965511" y="3417877"/>
            <a:ext cx="2806280"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11" name="Text Placeholder 14">
            <a:extLst>
              <a:ext uri="{FF2B5EF4-FFF2-40B4-BE49-F238E27FC236}">
                <a16:creationId xmlns:a16="http://schemas.microsoft.com/office/drawing/2014/main" id="{0691DF94-6587-4325-9C04-970034F1A85C}"/>
              </a:ext>
            </a:extLst>
          </p:cNvPr>
          <p:cNvSpPr>
            <a:spLocks noGrp="1"/>
          </p:cNvSpPr>
          <p:nvPr>
            <p:ph type="body" sz="quarter" idx="13" hasCustomPrompt="1"/>
          </p:nvPr>
        </p:nvSpPr>
        <p:spPr>
          <a:xfrm>
            <a:off x="965511" y="3766050"/>
            <a:ext cx="2806280" cy="1148945"/>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12" name="Text Placeholder 14">
            <a:extLst>
              <a:ext uri="{FF2B5EF4-FFF2-40B4-BE49-F238E27FC236}">
                <a16:creationId xmlns:a16="http://schemas.microsoft.com/office/drawing/2014/main" id="{A3CE4E75-7868-44AD-9AF2-753E07BE78A3}"/>
              </a:ext>
            </a:extLst>
          </p:cNvPr>
          <p:cNvSpPr>
            <a:spLocks noGrp="1"/>
          </p:cNvSpPr>
          <p:nvPr>
            <p:ph type="body" sz="quarter" idx="14" hasCustomPrompt="1"/>
          </p:nvPr>
        </p:nvSpPr>
        <p:spPr>
          <a:xfrm>
            <a:off x="4514520" y="3400925"/>
            <a:ext cx="2806280"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13" name="Text Placeholder 14">
            <a:extLst>
              <a:ext uri="{FF2B5EF4-FFF2-40B4-BE49-F238E27FC236}">
                <a16:creationId xmlns:a16="http://schemas.microsoft.com/office/drawing/2014/main" id="{8A9FE9C2-0801-4D41-A54B-E00BC7AB7C16}"/>
              </a:ext>
            </a:extLst>
          </p:cNvPr>
          <p:cNvSpPr>
            <a:spLocks noGrp="1"/>
          </p:cNvSpPr>
          <p:nvPr>
            <p:ph type="body" sz="quarter" idx="15" hasCustomPrompt="1"/>
          </p:nvPr>
        </p:nvSpPr>
        <p:spPr>
          <a:xfrm>
            <a:off x="4514520" y="3749098"/>
            <a:ext cx="2806280" cy="1148945"/>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14" name="Text Placeholder 14">
            <a:extLst>
              <a:ext uri="{FF2B5EF4-FFF2-40B4-BE49-F238E27FC236}">
                <a16:creationId xmlns:a16="http://schemas.microsoft.com/office/drawing/2014/main" id="{632FBCC2-2CDB-448A-AA61-8D99495226AF}"/>
              </a:ext>
            </a:extLst>
          </p:cNvPr>
          <p:cNvSpPr>
            <a:spLocks noGrp="1"/>
          </p:cNvSpPr>
          <p:nvPr>
            <p:ph type="body" sz="quarter" idx="16" hasCustomPrompt="1"/>
          </p:nvPr>
        </p:nvSpPr>
        <p:spPr>
          <a:xfrm>
            <a:off x="8063529" y="3400925"/>
            <a:ext cx="2692240"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15" name="Text Placeholder 14">
            <a:extLst>
              <a:ext uri="{FF2B5EF4-FFF2-40B4-BE49-F238E27FC236}">
                <a16:creationId xmlns:a16="http://schemas.microsoft.com/office/drawing/2014/main" id="{7F6A4D9D-1690-4C0A-9F62-1FE93C0145FC}"/>
              </a:ext>
            </a:extLst>
          </p:cNvPr>
          <p:cNvSpPr>
            <a:spLocks noGrp="1"/>
          </p:cNvSpPr>
          <p:nvPr>
            <p:ph type="body" sz="quarter" idx="17" hasCustomPrompt="1"/>
          </p:nvPr>
        </p:nvSpPr>
        <p:spPr>
          <a:xfrm>
            <a:off x="8063529" y="3749098"/>
            <a:ext cx="2692240" cy="1148945"/>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20" name="Footer Placeholder 15">
            <a:extLst>
              <a:ext uri="{FF2B5EF4-FFF2-40B4-BE49-F238E27FC236}">
                <a16:creationId xmlns:a16="http://schemas.microsoft.com/office/drawing/2014/main" id="{48863DDD-C3CC-439D-B738-34F6E8960AFF}"/>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21" name="Slide Number Placeholder 16">
            <a:extLst>
              <a:ext uri="{FF2B5EF4-FFF2-40B4-BE49-F238E27FC236}">
                <a16:creationId xmlns:a16="http://schemas.microsoft.com/office/drawing/2014/main" id="{A4788388-29C8-4E9F-BF82-A1648088A8B0}"/>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2" name="Date Placeholder 14">
            <a:extLst>
              <a:ext uri="{FF2B5EF4-FFF2-40B4-BE49-F238E27FC236}">
                <a16:creationId xmlns:a16="http://schemas.microsoft.com/office/drawing/2014/main" id="{5E6E1CB5-0E5F-4B44-8044-4010565FCF6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2385285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pportunity Overview">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E96CB8F-A88F-40C3-A65B-8C33A16A0C2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1086E70-8E77-436D-93CE-4BCD3EC94BEA}"/>
              </a:ext>
            </a:extLst>
          </p:cNvPr>
          <p:cNvSpPr>
            <a:spLocks noGrp="1"/>
          </p:cNvSpPr>
          <p:nvPr>
            <p:ph type="title" hasCustomPrompt="1"/>
          </p:nvPr>
        </p:nvSpPr>
        <p:spPr>
          <a:xfrm>
            <a:off x="5029799" y="1380501"/>
            <a:ext cx="5097428" cy="991689"/>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10" name="Text Placeholder 10">
            <a:extLst>
              <a:ext uri="{FF2B5EF4-FFF2-40B4-BE49-F238E27FC236}">
                <a16:creationId xmlns:a16="http://schemas.microsoft.com/office/drawing/2014/main" id="{C95B0D27-123C-4F09-AEDC-7874964B77BC}"/>
              </a:ext>
            </a:extLst>
          </p:cNvPr>
          <p:cNvSpPr>
            <a:spLocks noGrp="1"/>
          </p:cNvSpPr>
          <p:nvPr>
            <p:ph type="body" sz="quarter" idx="14" hasCustomPrompt="1"/>
          </p:nvPr>
        </p:nvSpPr>
        <p:spPr>
          <a:xfrm>
            <a:off x="692337" y="3400981"/>
            <a:ext cx="2693128" cy="991689"/>
          </a:xfrm>
          <a:prstGeom prst="rect">
            <a:avLst/>
          </a:prstGeom>
        </p:spPr>
        <p:txBody>
          <a:bodyPr anchor="b"/>
          <a:lstStyle>
            <a:lvl1pPr marL="0" indent="0" algn="l">
              <a:buNone/>
              <a:defRPr sz="5400" kern="0" cap="all" spc="400" baseline="0">
                <a:solidFill>
                  <a:schemeClr val="accent6"/>
                </a:solidFill>
                <a:latin typeface="+mj-lt"/>
              </a:defRPr>
            </a:lvl1pPr>
          </a:lstStyle>
          <a:p>
            <a:pPr lvl="0"/>
            <a:r>
              <a:rPr lang="en-US" dirty="0"/>
              <a:t>Add title</a:t>
            </a:r>
          </a:p>
        </p:txBody>
      </p:sp>
      <p:sp>
        <p:nvSpPr>
          <p:cNvPr id="13" name="Text Placeholder 14">
            <a:extLst>
              <a:ext uri="{FF2B5EF4-FFF2-40B4-BE49-F238E27FC236}">
                <a16:creationId xmlns:a16="http://schemas.microsoft.com/office/drawing/2014/main" id="{F3772143-8573-4FED-977E-651FC59C168F}"/>
              </a:ext>
            </a:extLst>
          </p:cNvPr>
          <p:cNvSpPr>
            <a:spLocks noGrp="1"/>
          </p:cNvSpPr>
          <p:nvPr>
            <p:ph type="body" sz="quarter" idx="20" hasCustomPrompt="1"/>
          </p:nvPr>
        </p:nvSpPr>
        <p:spPr>
          <a:xfrm>
            <a:off x="692336" y="4670980"/>
            <a:ext cx="2693129" cy="1151633"/>
          </a:xfrm>
          <a:prstGeom prst="rect">
            <a:avLst/>
          </a:prstGeom>
        </p:spPr>
        <p:txBody>
          <a:bodyPr anchor="t"/>
          <a:lstStyle>
            <a:lvl1pPr marL="0" indent="0" algn="l">
              <a:lnSpc>
                <a:spcPct val="150000"/>
              </a:lnSpc>
              <a:spcBef>
                <a:spcPts val="0"/>
              </a:spcBef>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5" name="Text Placeholder 10">
            <a:extLst>
              <a:ext uri="{FF2B5EF4-FFF2-40B4-BE49-F238E27FC236}">
                <a16:creationId xmlns:a16="http://schemas.microsoft.com/office/drawing/2014/main" id="{4FD80858-A8CA-496F-8CC0-5ACDBE65112A}"/>
              </a:ext>
            </a:extLst>
          </p:cNvPr>
          <p:cNvSpPr>
            <a:spLocks noGrp="1"/>
          </p:cNvSpPr>
          <p:nvPr>
            <p:ph type="body" sz="quarter" idx="24" hasCustomPrompt="1"/>
          </p:nvPr>
        </p:nvSpPr>
        <p:spPr>
          <a:xfrm>
            <a:off x="3587933" y="3400981"/>
            <a:ext cx="2693128" cy="991689"/>
          </a:xfrm>
          <a:prstGeom prst="rect">
            <a:avLst/>
          </a:prstGeom>
        </p:spPr>
        <p:txBody>
          <a:bodyPr anchor="b"/>
          <a:lstStyle>
            <a:lvl1pPr marL="0" indent="0" algn="l">
              <a:buNone/>
              <a:defRPr sz="5400" kern="0" cap="all" spc="400" baseline="0">
                <a:solidFill>
                  <a:schemeClr val="accent6"/>
                </a:solidFill>
                <a:latin typeface="+mj-lt"/>
              </a:defRPr>
            </a:lvl1pPr>
          </a:lstStyle>
          <a:p>
            <a:pPr lvl="0"/>
            <a:r>
              <a:rPr lang="en-US" dirty="0"/>
              <a:t>Add title</a:t>
            </a:r>
          </a:p>
        </p:txBody>
      </p:sp>
      <p:sp>
        <p:nvSpPr>
          <p:cNvPr id="33" name="Text Placeholder 14">
            <a:extLst>
              <a:ext uri="{FF2B5EF4-FFF2-40B4-BE49-F238E27FC236}">
                <a16:creationId xmlns:a16="http://schemas.microsoft.com/office/drawing/2014/main" id="{2B840B1F-9319-4653-84C5-FF1FDC5E9D9A}"/>
              </a:ext>
            </a:extLst>
          </p:cNvPr>
          <p:cNvSpPr>
            <a:spLocks noGrp="1"/>
          </p:cNvSpPr>
          <p:nvPr>
            <p:ph type="body" sz="quarter" idx="21" hasCustomPrompt="1"/>
          </p:nvPr>
        </p:nvSpPr>
        <p:spPr>
          <a:xfrm>
            <a:off x="3587931" y="4670980"/>
            <a:ext cx="2693129" cy="1151633"/>
          </a:xfrm>
          <a:prstGeom prst="rect">
            <a:avLst/>
          </a:prstGeom>
        </p:spPr>
        <p:txBody>
          <a:bodyPr anchor="t"/>
          <a:lstStyle>
            <a:lvl1pPr marL="0" indent="0" algn="l">
              <a:lnSpc>
                <a:spcPct val="150000"/>
              </a:lnSpc>
              <a:spcBef>
                <a:spcPts val="0"/>
              </a:spcBef>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7" name="Text Placeholder 10">
            <a:extLst>
              <a:ext uri="{FF2B5EF4-FFF2-40B4-BE49-F238E27FC236}">
                <a16:creationId xmlns:a16="http://schemas.microsoft.com/office/drawing/2014/main" id="{0882E4D8-D2AA-4EA0-BBCE-50334E8D160C}"/>
              </a:ext>
            </a:extLst>
          </p:cNvPr>
          <p:cNvSpPr>
            <a:spLocks noGrp="1"/>
          </p:cNvSpPr>
          <p:nvPr>
            <p:ph type="body" sz="quarter" idx="25" hasCustomPrompt="1"/>
          </p:nvPr>
        </p:nvSpPr>
        <p:spPr>
          <a:xfrm>
            <a:off x="6483530" y="3400981"/>
            <a:ext cx="2693128" cy="991689"/>
          </a:xfrm>
          <a:prstGeom prst="rect">
            <a:avLst/>
          </a:prstGeom>
        </p:spPr>
        <p:txBody>
          <a:bodyPr anchor="b"/>
          <a:lstStyle>
            <a:lvl1pPr marL="0" indent="0" algn="l">
              <a:buNone/>
              <a:defRPr sz="5400" kern="0" cap="all" spc="400" baseline="0">
                <a:solidFill>
                  <a:schemeClr val="accent6"/>
                </a:solidFill>
                <a:latin typeface="+mj-lt"/>
              </a:defRPr>
            </a:lvl1pPr>
          </a:lstStyle>
          <a:p>
            <a:pPr lvl="0"/>
            <a:r>
              <a:rPr lang="en-US" dirty="0"/>
              <a:t>Add title</a:t>
            </a:r>
          </a:p>
        </p:txBody>
      </p:sp>
      <p:sp>
        <p:nvSpPr>
          <p:cNvPr id="36" name="Text Placeholder 14">
            <a:extLst>
              <a:ext uri="{FF2B5EF4-FFF2-40B4-BE49-F238E27FC236}">
                <a16:creationId xmlns:a16="http://schemas.microsoft.com/office/drawing/2014/main" id="{97EFBCD4-F812-493F-895A-3449020A0651}"/>
              </a:ext>
            </a:extLst>
          </p:cNvPr>
          <p:cNvSpPr>
            <a:spLocks noGrp="1"/>
          </p:cNvSpPr>
          <p:nvPr>
            <p:ph type="body" sz="quarter" idx="23" hasCustomPrompt="1"/>
          </p:nvPr>
        </p:nvSpPr>
        <p:spPr>
          <a:xfrm>
            <a:off x="6483528" y="4670980"/>
            <a:ext cx="2693129" cy="1151633"/>
          </a:xfrm>
          <a:prstGeom prst="rect">
            <a:avLst/>
          </a:prstGeom>
        </p:spPr>
        <p:txBody>
          <a:bodyPr anchor="t"/>
          <a:lstStyle>
            <a:lvl1pPr marL="0" indent="0" algn="l">
              <a:lnSpc>
                <a:spcPct val="150000"/>
              </a:lnSpc>
              <a:spcBef>
                <a:spcPts val="0"/>
              </a:spcBef>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0" name="Footer Placeholder 15">
            <a:extLst>
              <a:ext uri="{FF2B5EF4-FFF2-40B4-BE49-F238E27FC236}">
                <a16:creationId xmlns:a16="http://schemas.microsoft.com/office/drawing/2014/main" id="{698D43C2-06AB-4549-BCD0-CBDCA0653292}"/>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21" name="Slide Number Placeholder 16">
            <a:extLst>
              <a:ext uri="{FF2B5EF4-FFF2-40B4-BE49-F238E27FC236}">
                <a16:creationId xmlns:a16="http://schemas.microsoft.com/office/drawing/2014/main" id="{7B2AB1D3-DFF0-43A8-BDE0-52FB314E03A1}"/>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22" name="Date Placeholder 14">
            <a:extLst>
              <a:ext uri="{FF2B5EF4-FFF2-40B4-BE49-F238E27FC236}">
                <a16:creationId xmlns:a16="http://schemas.microsoft.com/office/drawing/2014/main" id="{28A81ABF-135E-483F-9992-6F79C2F559E9}"/>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dirty="0"/>
              <a:t>May 21, 20XX</a:t>
            </a:r>
          </a:p>
        </p:txBody>
      </p:sp>
    </p:spTree>
    <p:extLst>
      <p:ext uri="{BB962C8B-B14F-4D97-AF65-F5344CB8AC3E}">
        <p14:creationId xmlns:p14="http://schemas.microsoft.com/office/powerpoint/2010/main" val="3078761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Opportunity Comparison">
    <p:spTree>
      <p:nvGrpSpPr>
        <p:cNvPr id="1" name=""/>
        <p:cNvGrpSpPr/>
        <p:nvPr/>
      </p:nvGrpSpPr>
      <p:grpSpPr>
        <a:xfrm>
          <a:off x="0" y="0"/>
          <a:ext cx="0" cy="0"/>
          <a:chOff x="0" y="0"/>
          <a:chExt cx="0" cy="0"/>
        </a:xfrm>
      </p:grpSpPr>
      <p:pic>
        <p:nvPicPr>
          <p:cNvPr id="37" name="Graphic 36">
            <a:extLst>
              <a:ext uri="{FF2B5EF4-FFF2-40B4-BE49-F238E27FC236}">
                <a16:creationId xmlns:a16="http://schemas.microsoft.com/office/drawing/2014/main" id="{133E6176-F4F6-41F9-8F2A-BA6586E1658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48AC667-531B-4E40-98C6-B36847DE0684}"/>
              </a:ext>
            </a:extLst>
          </p:cNvPr>
          <p:cNvSpPr>
            <a:spLocks noGrp="1"/>
          </p:cNvSpPr>
          <p:nvPr>
            <p:ph type="title" hasCustomPrompt="1"/>
          </p:nvPr>
        </p:nvSpPr>
        <p:spPr>
          <a:xfrm>
            <a:off x="5029799" y="1377876"/>
            <a:ext cx="5097428" cy="918377"/>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25" name="Text Placeholder 10">
            <a:extLst>
              <a:ext uri="{FF2B5EF4-FFF2-40B4-BE49-F238E27FC236}">
                <a16:creationId xmlns:a16="http://schemas.microsoft.com/office/drawing/2014/main" id="{42930722-7AFE-41FC-8830-E2075CE783EA}"/>
              </a:ext>
            </a:extLst>
          </p:cNvPr>
          <p:cNvSpPr>
            <a:spLocks noGrp="1"/>
          </p:cNvSpPr>
          <p:nvPr>
            <p:ph type="body" sz="quarter" idx="14" hasCustomPrompt="1"/>
          </p:nvPr>
        </p:nvSpPr>
        <p:spPr>
          <a:xfrm>
            <a:off x="2535012" y="2724048"/>
            <a:ext cx="1786461" cy="1072345"/>
          </a:xfrm>
          <a:prstGeom prst="rect">
            <a:avLst/>
          </a:prstGeom>
        </p:spPr>
        <p:txBody>
          <a:bodyPr anchor="ctr"/>
          <a:lstStyle>
            <a:lvl1pPr marL="0" indent="0" algn="l">
              <a:buNone/>
              <a:defRPr sz="5400" cap="all" spc="400" baseline="0">
                <a:solidFill>
                  <a:schemeClr val="accent6"/>
                </a:solidFill>
                <a:latin typeface="+mj-lt"/>
              </a:defRPr>
            </a:lvl1pPr>
          </a:lstStyle>
          <a:p>
            <a:pPr lvl="0"/>
            <a:r>
              <a:rPr lang="en-US" dirty="0"/>
              <a:t>text</a:t>
            </a:r>
          </a:p>
        </p:txBody>
      </p:sp>
      <p:sp>
        <p:nvSpPr>
          <p:cNvPr id="26" name="Text Placeholder 14">
            <a:extLst>
              <a:ext uri="{FF2B5EF4-FFF2-40B4-BE49-F238E27FC236}">
                <a16:creationId xmlns:a16="http://schemas.microsoft.com/office/drawing/2014/main" id="{4FD0E59A-1834-4F86-8ED3-1EBC643224D7}"/>
              </a:ext>
            </a:extLst>
          </p:cNvPr>
          <p:cNvSpPr>
            <a:spLocks noGrp="1"/>
          </p:cNvSpPr>
          <p:nvPr>
            <p:ph type="body" sz="quarter" idx="19" hasCustomPrompt="1"/>
          </p:nvPr>
        </p:nvSpPr>
        <p:spPr>
          <a:xfrm>
            <a:off x="4267209" y="2930881"/>
            <a:ext cx="3639904" cy="387746"/>
          </a:xfrm>
          <a:prstGeom prst="rect">
            <a:avLst/>
          </a:prstGeom>
        </p:spPr>
        <p:txBody>
          <a:bodyPr/>
          <a:lstStyle>
            <a:lvl1pPr marL="0" indent="0" algn="l">
              <a:buNone/>
              <a:defRPr sz="1800" cap="none" spc="200" baseline="0">
                <a:solidFill>
                  <a:schemeClr val="bg1"/>
                </a:solidFill>
                <a:latin typeface="+mn-lt"/>
              </a:defRPr>
            </a:lvl1pPr>
          </a:lstStyle>
          <a:p>
            <a:pPr lvl="0"/>
            <a:r>
              <a:rPr lang="en-US" dirty="0"/>
              <a:t>Add subtitle</a:t>
            </a:r>
          </a:p>
        </p:txBody>
      </p:sp>
      <p:sp>
        <p:nvSpPr>
          <p:cNvPr id="27" name="Text Placeholder 14">
            <a:extLst>
              <a:ext uri="{FF2B5EF4-FFF2-40B4-BE49-F238E27FC236}">
                <a16:creationId xmlns:a16="http://schemas.microsoft.com/office/drawing/2014/main" id="{7084F479-66F8-4110-96A2-F3A27ED1C202}"/>
              </a:ext>
            </a:extLst>
          </p:cNvPr>
          <p:cNvSpPr>
            <a:spLocks noGrp="1"/>
          </p:cNvSpPr>
          <p:nvPr>
            <p:ph type="body" sz="quarter" idx="20" hasCustomPrompt="1"/>
          </p:nvPr>
        </p:nvSpPr>
        <p:spPr>
          <a:xfrm>
            <a:off x="4267209" y="3282057"/>
            <a:ext cx="3639904" cy="481781"/>
          </a:xfrm>
          <a:prstGeom prst="rect">
            <a:avLst/>
          </a:prstGeom>
        </p:spPr>
        <p:txBody>
          <a:bodyPr/>
          <a:lstStyle>
            <a:lvl1pPr marL="0" indent="0" algn="l">
              <a:buNone/>
              <a:defRPr sz="1400" cap="none" spc="200" baseline="0">
                <a:solidFill>
                  <a:schemeClr val="bg1"/>
                </a:solidFill>
                <a:latin typeface="+mn-lt"/>
              </a:defRPr>
            </a:lvl1pPr>
          </a:lstStyle>
          <a:p>
            <a:pPr lvl="0"/>
            <a:r>
              <a:rPr lang="en-US" dirty="0"/>
              <a:t>Add subtitle</a:t>
            </a:r>
          </a:p>
        </p:txBody>
      </p:sp>
      <p:sp>
        <p:nvSpPr>
          <p:cNvPr id="28" name="Text Placeholder 10">
            <a:extLst>
              <a:ext uri="{FF2B5EF4-FFF2-40B4-BE49-F238E27FC236}">
                <a16:creationId xmlns:a16="http://schemas.microsoft.com/office/drawing/2014/main" id="{DD083869-3E3D-40A3-AE1C-3384E7096AED}"/>
              </a:ext>
            </a:extLst>
          </p:cNvPr>
          <p:cNvSpPr>
            <a:spLocks noGrp="1"/>
          </p:cNvSpPr>
          <p:nvPr>
            <p:ph type="body" sz="quarter" idx="21" hasCustomPrompt="1"/>
          </p:nvPr>
        </p:nvSpPr>
        <p:spPr>
          <a:xfrm>
            <a:off x="2535012" y="3882118"/>
            <a:ext cx="1786461" cy="1072345"/>
          </a:xfrm>
          <a:prstGeom prst="rect">
            <a:avLst/>
          </a:prstGeom>
        </p:spPr>
        <p:txBody>
          <a:bodyPr anchor="ctr"/>
          <a:lstStyle>
            <a:lvl1pPr marL="0" indent="0" algn="l">
              <a:buNone/>
              <a:defRPr sz="5400" cap="all" spc="400" baseline="0">
                <a:solidFill>
                  <a:schemeClr val="accent6"/>
                </a:solidFill>
                <a:latin typeface="+mj-lt"/>
              </a:defRPr>
            </a:lvl1pPr>
          </a:lstStyle>
          <a:p>
            <a:pPr lvl="0"/>
            <a:r>
              <a:rPr lang="en-US" dirty="0"/>
              <a:t>text</a:t>
            </a:r>
          </a:p>
        </p:txBody>
      </p:sp>
      <p:sp>
        <p:nvSpPr>
          <p:cNvPr id="29" name="Text Placeholder 14">
            <a:extLst>
              <a:ext uri="{FF2B5EF4-FFF2-40B4-BE49-F238E27FC236}">
                <a16:creationId xmlns:a16="http://schemas.microsoft.com/office/drawing/2014/main" id="{ECD259C4-54A9-4BCA-A693-5A8F91D824AD}"/>
              </a:ext>
            </a:extLst>
          </p:cNvPr>
          <p:cNvSpPr>
            <a:spLocks noGrp="1"/>
          </p:cNvSpPr>
          <p:nvPr>
            <p:ph type="body" sz="quarter" idx="22" hasCustomPrompt="1"/>
          </p:nvPr>
        </p:nvSpPr>
        <p:spPr>
          <a:xfrm>
            <a:off x="4267209" y="4097257"/>
            <a:ext cx="3639905" cy="387746"/>
          </a:xfrm>
          <a:prstGeom prst="rect">
            <a:avLst/>
          </a:prstGeom>
        </p:spPr>
        <p:txBody>
          <a:bodyPr/>
          <a:lstStyle>
            <a:lvl1pPr marL="0" indent="0" algn="l">
              <a:buNone/>
              <a:defRPr sz="1800" cap="none" spc="200" baseline="0">
                <a:solidFill>
                  <a:schemeClr val="bg1"/>
                </a:solidFill>
                <a:latin typeface="+mn-lt"/>
              </a:defRPr>
            </a:lvl1pPr>
          </a:lstStyle>
          <a:p>
            <a:pPr lvl="0"/>
            <a:r>
              <a:rPr lang="en-US" dirty="0"/>
              <a:t>Add subtitle</a:t>
            </a:r>
          </a:p>
        </p:txBody>
      </p:sp>
      <p:sp>
        <p:nvSpPr>
          <p:cNvPr id="30" name="Text Placeholder 14">
            <a:extLst>
              <a:ext uri="{FF2B5EF4-FFF2-40B4-BE49-F238E27FC236}">
                <a16:creationId xmlns:a16="http://schemas.microsoft.com/office/drawing/2014/main" id="{3099E6DD-0A81-4AD6-97AD-DB777418E5D6}"/>
              </a:ext>
            </a:extLst>
          </p:cNvPr>
          <p:cNvSpPr>
            <a:spLocks noGrp="1"/>
          </p:cNvSpPr>
          <p:nvPr>
            <p:ph type="body" sz="quarter" idx="23" hasCustomPrompt="1"/>
          </p:nvPr>
        </p:nvSpPr>
        <p:spPr>
          <a:xfrm>
            <a:off x="4267209" y="4448433"/>
            <a:ext cx="3639905" cy="481781"/>
          </a:xfrm>
          <a:prstGeom prst="rect">
            <a:avLst/>
          </a:prstGeom>
        </p:spPr>
        <p:txBody>
          <a:bodyPr/>
          <a:lstStyle>
            <a:lvl1pPr marL="0" indent="0" algn="l">
              <a:buNone/>
              <a:defRPr sz="1400" cap="none" spc="200" baseline="0">
                <a:solidFill>
                  <a:schemeClr val="bg1"/>
                </a:solidFill>
                <a:latin typeface="+mn-lt"/>
              </a:defRPr>
            </a:lvl1pPr>
          </a:lstStyle>
          <a:p>
            <a:pPr lvl="0"/>
            <a:r>
              <a:rPr lang="en-US" dirty="0"/>
              <a:t>Add subtitle</a:t>
            </a:r>
          </a:p>
        </p:txBody>
      </p:sp>
      <p:sp>
        <p:nvSpPr>
          <p:cNvPr id="31" name="Text Placeholder 10">
            <a:extLst>
              <a:ext uri="{FF2B5EF4-FFF2-40B4-BE49-F238E27FC236}">
                <a16:creationId xmlns:a16="http://schemas.microsoft.com/office/drawing/2014/main" id="{01E19938-3E97-4D01-9075-1BB1AF8DDF0B}"/>
              </a:ext>
            </a:extLst>
          </p:cNvPr>
          <p:cNvSpPr>
            <a:spLocks noGrp="1"/>
          </p:cNvSpPr>
          <p:nvPr>
            <p:ph type="body" sz="quarter" idx="24" hasCustomPrompt="1"/>
          </p:nvPr>
        </p:nvSpPr>
        <p:spPr>
          <a:xfrm>
            <a:off x="2535012" y="5046627"/>
            <a:ext cx="1786461" cy="1072345"/>
          </a:xfrm>
          <a:prstGeom prst="rect">
            <a:avLst/>
          </a:prstGeom>
        </p:spPr>
        <p:txBody>
          <a:bodyPr anchor="ctr"/>
          <a:lstStyle>
            <a:lvl1pPr marL="0" indent="0" algn="l">
              <a:buNone/>
              <a:defRPr sz="5400" cap="all" spc="400" baseline="0">
                <a:solidFill>
                  <a:schemeClr val="accent6"/>
                </a:solidFill>
                <a:latin typeface="+mj-lt"/>
              </a:defRPr>
            </a:lvl1pPr>
          </a:lstStyle>
          <a:p>
            <a:pPr lvl="0"/>
            <a:r>
              <a:rPr lang="en-US" dirty="0"/>
              <a:t>text</a:t>
            </a:r>
          </a:p>
        </p:txBody>
      </p:sp>
      <p:sp>
        <p:nvSpPr>
          <p:cNvPr id="32" name="Text Placeholder 14">
            <a:extLst>
              <a:ext uri="{FF2B5EF4-FFF2-40B4-BE49-F238E27FC236}">
                <a16:creationId xmlns:a16="http://schemas.microsoft.com/office/drawing/2014/main" id="{FA19E736-C7E5-448A-AC90-0EB1D902C0D9}"/>
              </a:ext>
            </a:extLst>
          </p:cNvPr>
          <p:cNvSpPr>
            <a:spLocks noGrp="1"/>
          </p:cNvSpPr>
          <p:nvPr>
            <p:ph type="body" sz="quarter" idx="25" hasCustomPrompt="1"/>
          </p:nvPr>
        </p:nvSpPr>
        <p:spPr>
          <a:xfrm>
            <a:off x="4258730" y="5267189"/>
            <a:ext cx="3639905" cy="387746"/>
          </a:xfrm>
          <a:prstGeom prst="rect">
            <a:avLst/>
          </a:prstGeom>
        </p:spPr>
        <p:txBody>
          <a:bodyPr/>
          <a:lstStyle>
            <a:lvl1pPr marL="0" indent="0" algn="l">
              <a:buNone/>
              <a:defRPr sz="1800" cap="none" spc="200" baseline="0">
                <a:solidFill>
                  <a:schemeClr val="bg1"/>
                </a:solidFill>
                <a:latin typeface="+mn-lt"/>
              </a:defRPr>
            </a:lvl1pPr>
          </a:lstStyle>
          <a:p>
            <a:pPr lvl="0"/>
            <a:r>
              <a:rPr lang="en-US" dirty="0"/>
              <a:t>Add subtitle</a:t>
            </a:r>
          </a:p>
        </p:txBody>
      </p:sp>
      <p:sp>
        <p:nvSpPr>
          <p:cNvPr id="33" name="Text Placeholder 14">
            <a:extLst>
              <a:ext uri="{FF2B5EF4-FFF2-40B4-BE49-F238E27FC236}">
                <a16:creationId xmlns:a16="http://schemas.microsoft.com/office/drawing/2014/main" id="{4C139082-0147-4871-8F86-8D4DFC57E881}"/>
              </a:ext>
            </a:extLst>
          </p:cNvPr>
          <p:cNvSpPr>
            <a:spLocks noGrp="1"/>
          </p:cNvSpPr>
          <p:nvPr>
            <p:ph type="body" sz="quarter" idx="26" hasCustomPrompt="1"/>
          </p:nvPr>
        </p:nvSpPr>
        <p:spPr>
          <a:xfrm>
            <a:off x="4258730" y="5618365"/>
            <a:ext cx="3639905" cy="481781"/>
          </a:xfrm>
          <a:prstGeom prst="rect">
            <a:avLst/>
          </a:prstGeom>
        </p:spPr>
        <p:txBody>
          <a:bodyPr/>
          <a:lstStyle>
            <a:lvl1pPr marL="0" indent="0" algn="l">
              <a:buNone/>
              <a:defRPr sz="1400" cap="none" spc="200" baseline="0">
                <a:solidFill>
                  <a:schemeClr val="bg1"/>
                </a:solidFill>
                <a:latin typeface="+mn-lt"/>
              </a:defRPr>
            </a:lvl1pPr>
          </a:lstStyle>
          <a:p>
            <a:pPr lvl="0"/>
            <a:r>
              <a:rPr lang="en-US" dirty="0"/>
              <a:t>Add subtitle</a:t>
            </a:r>
          </a:p>
        </p:txBody>
      </p:sp>
      <p:sp>
        <p:nvSpPr>
          <p:cNvPr id="21" name="Footer Placeholder 15">
            <a:extLst>
              <a:ext uri="{FF2B5EF4-FFF2-40B4-BE49-F238E27FC236}">
                <a16:creationId xmlns:a16="http://schemas.microsoft.com/office/drawing/2014/main" id="{97BCF052-161B-4AD4-AE2D-DED3FA964C2D}"/>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22" name="Slide Number Placeholder 16">
            <a:extLst>
              <a:ext uri="{FF2B5EF4-FFF2-40B4-BE49-F238E27FC236}">
                <a16:creationId xmlns:a16="http://schemas.microsoft.com/office/drawing/2014/main" id="{E388F47C-0B7F-4C1B-B356-52A1CB56DD0D}"/>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23" name="Date Placeholder 14">
            <a:extLst>
              <a:ext uri="{FF2B5EF4-FFF2-40B4-BE49-F238E27FC236}">
                <a16:creationId xmlns:a16="http://schemas.microsoft.com/office/drawing/2014/main" id="{4654010E-C1FB-4195-AD8B-03A8DAE012A0}"/>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dirty="0"/>
              <a:t>May 21, 20XX</a:t>
            </a:r>
          </a:p>
        </p:txBody>
      </p:sp>
    </p:spTree>
    <p:extLst>
      <p:ext uri="{BB962C8B-B14F-4D97-AF65-F5344CB8AC3E}">
        <p14:creationId xmlns:p14="http://schemas.microsoft.com/office/powerpoint/2010/main" val="2608075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pic>
        <p:nvPicPr>
          <p:cNvPr id="31" name="Graphic 30">
            <a:extLst>
              <a:ext uri="{FF2B5EF4-FFF2-40B4-BE49-F238E27FC236}">
                <a16:creationId xmlns:a16="http://schemas.microsoft.com/office/drawing/2014/main" id="{84044BB2-E43C-47D4-AA71-04F22AA35EA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C0F929B-B0E5-4A66-B6D7-462C68EF7A7F}"/>
              </a:ext>
            </a:extLst>
          </p:cNvPr>
          <p:cNvSpPr>
            <a:spLocks noGrp="1"/>
          </p:cNvSpPr>
          <p:nvPr>
            <p:ph type="title" hasCustomPrompt="1"/>
          </p:nvPr>
        </p:nvSpPr>
        <p:spPr>
          <a:xfrm>
            <a:off x="2434082" y="2232234"/>
            <a:ext cx="7323836" cy="743753"/>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24" name="Text Placeholder 14">
            <a:extLst>
              <a:ext uri="{FF2B5EF4-FFF2-40B4-BE49-F238E27FC236}">
                <a16:creationId xmlns:a16="http://schemas.microsoft.com/office/drawing/2014/main" id="{04A0468C-03A1-433C-BEB5-89CD0787ABA4}"/>
              </a:ext>
            </a:extLst>
          </p:cNvPr>
          <p:cNvSpPr>
            <a:spLocks noGrp="1"/>
          </p:cNvSpPr>
          <p:nvPr>
            <p:ph type="body" sz="quarter" idx="19" hasCustomPrompt="1"/>
          </p:nvPr>
        </p:nvSpPr>
        <p:spPr>
          <a:xfrm>
            <a:off x="1469369" y="3317783"/>
            <a:ext cx="4172533" cy="274650"/>
          </a:xfrm>
          <a:prstGeom prst="rect">
            <a:avLst/>
          </a:prstGeom>
        </p:spPr>
        <p:txBody>
          <a:bodyPr/>
          <a:lstStyle>
            <a:lvl1pPr marL="0" indent="0" algn="l">
              <a:buNone/>
              <a:defRPr sz="1600" cap="all" spc="200" baseline="0">
                <a:solidFill>
                  <a:schemeClr val="accent6"/>
                </a:solidFill>
                <a:latin typeface="+mj-lt"/>
              </a:defRPr>
            </a:lvl1pPr>
          </a:lstStyle>
          <a:p>
            <a:pPr lvl="0"/>
            <a:r>
              <a:rPr lang="en-US" dirty="0"/>
              <a:t>Add subtitle</a:t>
            </a:r>
          </a:p>
        </p:txBody>
      </p:sp>
      <p:sp>
        <p:nvSpPr>
          <p:cNvPr id="25" name="Text Placeholder 14">
            <a:extLst>
              <a:ext uri="{FF2B5EF4-FFF2-40B4-BE49-F238E27FC236}">
                <a16:creationId xmlns:a16="http://schemas.microsoft.com/office/drawing/2014/main" id="{1345DEAC-8D5A-44A0-9EA3-9A2039ADD049}"/>
              </a:ext>
            </a:extLst>
          </p:cNvPr>
          <p:cNvSpPr>
            <a:spLocks noGrp="1"/>
          </p:cNvSpPr>
          <p:nvPr>
            <p:ph type="body" sz="quarter" idx="20" hasCustomPrompt="1"/>
          </p:nvPr>
        </p:nvSpPr>
        <p:spPr>
          <a:xfrm>
            <a:off x="1469369" y="3651424"/>
            <a:ext cx="4172533" cy="2329657"/>
          </a:xfrm>
          <a:prstGeom prst="rect">
            <a:avLst/>
          </a:prstGeom>
        </p:spPr>
        <p:txBody>
          <a:bodyPr/>
          <a:lstStyle>
            <a:lvl1pPr marL="0" indent="0" algn="l">
              <a:lnSpc>
                <a:spcPct val="150000"/>
              </a:lnSpc>
              <a:spcBef>
                <a:spcPts val="0"/>
              </a:spcBef>
              <a:spcAft>
                <a:spcPts val="1200"/>
              </a:spcAft>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6" name="Text Placeholder 14">
            <a:extLst>
              <a:ext uri="{FF2B5EF4-FFF2-40B4-BE49-F238E27FC236}">
                <a16:creationId xmlns:a16="http://schemas.microsoft.com/office/drawing/2014/main" id="{D2839B01-8B79-4655-BADE-8F0A9351936D}"/>
              </a:ext>
            </a:extLst>
          </p:cNvPr>
          <p:cNvSpPr>
            <a:spLocks noGrp="1"/>
          </p:cNvSpPr>
          <p:nvPr>
            <p:ph type="body" sz="quarter" idx="21" hasCustomPrompt="1"/>
          </p:nvPr>
        </p:nvSpPr>
        <p:spPr>
          <a:xfrm>
            <a:off x="6672448" y="3317783"/>
            <a:ext cx="4172533" cy="274650"/>
          </a:xfrm>
          <a:prstGeom prst="rect">
            <a:avLst/>
          </a:prstGeom>
        </p:spPr>
        <p:txBody>
          <a:bodyPr/>
          <a:lstStyle>
            <a:lvl1pPr marL="0" indent="0" algn="l">
              <a:buNone/>
              <a:defRPr sz="1600" cap="all" spc="200" baseline="0">
                <a:solidFill>
                  <a:schemeClr val="accent6"/>
                </a:solidFill>
                <a:latin typeface="+mj-lt"/>
              </a:defRPr>
            </a:lvl1pPr>
          </a:lstStyle>
          <a:p>
            <a:pPr lvl="0"/>
            <a:r>
              <a:rPr lang="en-US" dirty="0"/>
              <a:t>Add subtitle</a:t>
            </a:r>
          </a:p>
        </p:txBody>
      </p:sp>
      <p:sp>
        <p:nvSpPr>
          <p:cNvPr id="27" name="Text Placeholder 14">
            <a:extLst>
              <a:ext uri="{FF2B5EF4-FFF2-40B4-BE49-F238E27FC236}">
                <a16:creationId xmlns:a16="http://schemas.microsoft.com/office/drawing/2014/main" id="{D0AFF7FE-E069-4C57-9F9F-909B7FE43E92}"/>
              </a:ext>
            </a:extLst>
          </p:cNvPr>
          <p:cNvSpPr>
            <a:spLocks noGrp="1"/>
          </p:cNvSpPr>
          <p:nvPr>
            <p:ph type="body" sz="quarter" idx="22" hasCustomPrompt="1"/>
          </p:nvPr>
        </p:nvSpPr>
        <p:spPr>
          <a:xfrm>
            <a:off x="6672448" y="3651424"/>
            <a:ext cx="4172533" cy="2329657"/>
          </a:xfrm>
          <a:prstGeom prst="rect">
            <a:avLst/>
          </a:prstGeom>
        </p:spPr>
        <p:txBody>
          <a:bodyPr/>
          <a:lstStyle>
            <a:lvl1pPr marL="0" indent="0" algn="l">
              <a:lnSpc>
                <a:spcPct val="150000"/>
              </a:lnSpc>
              <a:spcBef>
                <a:spcPts val="0"/>
              </a:spcBef>
              <a:spcAft>
                <a:spcPts val="1200"/>
              </a:spcAft>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1" name="Footer Placeholder 15">
            <a:extLst>
              <a:ext uri="{FF2B5EF4-FFF2-40B4-BE49-F238E27FC236}">
                <a16:creationId xmlns:a16="http://schemas.microsoft.com/office/drawing/2014/main" id="{95A4BAFB-A1C5-4E01-9E16-ED02AADB1FA5}"/>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22" name="Slide Number Placeholder 16">
            <a:extLst>
              <a:ext uri="{FF2B5EF4-FFF2-40B4-BE49-F238E27FC236}">
                <a16:creationId xmlns:a16="http://schemas.microsoft.com/office/drawing/2014/main" id="{D2409207-E360-4301-9134-4DA109683DDC}"/>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3" name="Date Placeholder 14">
            <a:extLst>
              <a:ext uri="{FF2B5EF4-FFF2-40B4-BE49-F238E27FC236}">
                <a16:creationId xmlns:a16="http://schemas.microsoft.com/office/drawing/2014/main" id="{F78AA50C-2DC6-46C5-B2CE-FB29A305F81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3272142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ur Competition v2">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9172C710-E0AE-4BB2-88CC-99E77C188CA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24C9529-8AA8-4D29-9375-C579768868A4}"/>
              </a:ext>
            </a:extLst>
          </p:cNvPr>
          <p:cNvSpPr>
            <a:spLocks noGrp="1"/>
          </p:cNvSpPr>
          <p:nvPr>
            <p:ph type="title" hasCustomPrompt="1"/>
          </p:nvPr>
        </p:nvSpPr>
        <p:spPr>
          <a:xfrm>
            <a:off x="614107" y="501519"/>
            <a:ext cx="10515600" cy="492025"/>
          </a:xfrm>
          <a:prstGeom prst="rect">
            <a:avLst/>
          </a:prstGeom>
        </p:spPr>
        <p:txBody>
          <a:bodyPr/>
          <a:lstStyle>
            <a:lvl1pPr>
              <a:defRPr sz="2800" cap="all" spc="400" baseline="0">
                <a:solidFill>
                  <a:schemeClr val="bg1"/>
                </a:solidFill>
              </a:defRPr>
            </a:lvl1pPr>
          </a:lstStyle>
          <a:p>
            <a:r>
              <a:rPr lang="en-US" dirty="0"/>
              <a:t>Click to add title</a:t>
            </a:r>
          </a:p>
        </p:txBody>
      </p:sp>
      <p:sp>
        <p:nvSpPr>
          <p:cNvPr id="32" name="Text Placeholder 14">
            <a:extLst>
              <a:ext uri="{FF2B5EF4-FFF2-40B4-BE49-F238E27FC236}">
                <a16:creationId xmlns:a16="http://schemas.microsoft.com/office/drawing/2014/main" id="{68E86424-D329-4314-90E5-3475B98D2DDA}"/>
              </a:ext>
            </a:extLst>
          </p:cNvPr>
          <p:cNvSpPr>
            <a:spLocks noGrp="1"/>
          </p:cNvSpPr>
          <p:nvPr>
            <p:ph type="body" sz="quarter" idx="15" hasCustomPrompt="1"/>
          </p:nvPr>
        </p:nvSpPr>
        <p:spPr>
          <a:xfrm>
            <a:off x="3927206" y="1599947"/>
            <a:ext cx="1706965"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dirty="0"/>
              <a:t>Click to add name</a:t>
            </a:r>
          </a:p>
        </p:txBody>
      </p:sp>
      <p:sp>
        <p:nvSpPr>
          <p:cNvPr id="40" name="Text Placeholder 14">
            <a:extLst>
              <a:ext uri="{FF2B5EF4-FFF2-40B4-BE49-F238E27FC236}">
                <a16:creationId xmlns:a16="http://schemas.microsoft.com/office/drawing/2014/main" id="{64DB45FF-E618-4122-91A4-A6E4F2B7FCA0}"/>
              </a:ext>
            </a:extLst>
          </p:cNvPr>
          <p:cNvSpPr>
            <a:spLocks noGrp="1"/>
          </p:cNvSpPr>
          <p:nvPr>
            <p:ph type="body" sz="quarter" idx="20" hasCustomPrompt="1"/>
          </p:nvPr>
        </p:nvSpPr>
        <p:spPr>
          <a:xfrm>
            <a:off x="2423421" y="2378452"/>
            <a:ext cx="1183179" cy="492025"/>
          </a:xfrm>
          <a:prstGeom prst="rect">
            <a:avLst/>
          </a:prstGeom>
        </p:spPr>
        <p:txBody>
          <a:bodyPr anchor="ctr"/>
          <a:lstStyle>
            <a:lvl1pPr marL="0" indent="0" algn="ctr">
              <a:lnSpc>
                <a:spcPct val="100000"/>
              </a:lnSpc>
              <a:buNone/>
              <a:defRPr sz="1800" cap="all" spc="200" baseline="0">
                <a:solidFill>
                  <a:schemeClr val="accent3"/>
                </a:solidFill>
                <a:latin typeface="+mj-lt"/>
              </a:defRPr>
            </a:lvl1pPr>
          </a:lstStyle>
          <a:p>
            <a:pPr lvl="0"/>
            <a:r>
              <a:rPr lang="en-US" dirty="0"/>
              <a:t>Click to add name</a:t>
            </a:r>
          </a:p>
        </p:txBody>
      </p:sp>
      <p:sp>
        <p:nvSpPr>
          <p:cNvPr id="54" name="Text Placeholder 14">
            <a:extLst>
              <a:ext uri="{FF2B5EF4-FFF2-40B4-BE49-F238E27FC236}">
                <a16:creationId xmlns:a16="http://schemas.microsoft.com/office/drawing/2014/main" id="{9D03616C-C870-402E-9CD2-D61A8C881CE6}"/>
              </a:ext>
            </a:extLst>
          </p:cNvPr>
          <p:cNvSpPr>
            <a:spLocks noGrp="1"/>
          </p:cNvSpPr>
          <p:nvPr>
            <p:ph type="body" sz="quarter" idx="26" hasCustomPrompt="1"/>
          </p:nvPr>
        </p:nvSpPr>
        <p:spPr>
          <a:xfrm>
            <a:off x="5443586" y="2129182"/>
            <a:ext cx="1706965" cy="1048575"/>
          </a:xfrm>
          <a:prstGeom prst="rect">
            <a:avLst/>
          </a:prstGeom>
        </p:spPr>
        <p:txBody>
          <a:bodyPr anchor="ctr"/>
          <a:lstStyle>
            <a:lvl1pPr marL="0" indent="0" algn="ctr">
              <a:lnSpc>
                <a:spcPct val="100000"/>
              </a:lnSpc>
              <a:buNone/>
              <a:defRPr sz="1600" cap="all" spc="200" baseline="0">
                <a:solidFill>
                  <a:schemeClr val="bg1"/>
                </a:solidFill>
                <a:latin typeface="+mj-lt"/>
              </a:defRPr>
            </a:lvl1pPr>
          </a:lstStyle>
          <a:p>
            <a:pPr lvl="0"/>
            <a:r>
              <a:rPr lang="en-US" dirty="0"/>
              <a:t>Click to add name</a:t>
            </a:r>
          </a:p>
        </p:txBody>
      </p:sp>
      <p:sp>
        <p:nvSpPr>
          <p:cNvPr id="49" name="Text Placeholder 14">
            <a:extLst>
              <a:ext uri="{FF2B5EF4-FFF2-40B4-BE49-F238E27FC236}">
                <a16:creationId xmlns:a16="http://schemas.microsoft.com/office/drawing/2014/main" id="{1EFBBB7D-BA85-47E3-B62F-AA1F2F44FB51}"/>
              </a:ext>
            </a:extLst>
          </p:cNvPr>
          <p:cNvSpPr>
            <a:spLocks noGrp="1"/>
          </p:cNvSpPr>
          <p:nvPr>
            <p:ph type="body" sz="quarter" idx="25" hasCustomPrompt="1"/>
          </p:nvPr>
        </p:nvSpPr>
        <p:spPr>
          <a:xfrm>
            <a:off x="1234399" y="3528829"/>
            <a:ext cx="1209143"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dirty="0"/>
              <a:t>Click to add name</a:t>
            </a:r>
          </a:p>
        </p:txBody>
      </p:sp>
      <p:sp>
        <p:nvSpPr>
          <p:cNvPr id="38" name="Text Placeholder 14">
            <a:extLst>
              <a:ext uri="{FF2B5EF4-FFF2-40B4-BE49-F238E27FC236}">
                <a16:creationId xmlns:a16="http://schemas.microsoft.com/office/drawing/2014/main" id="{956FCC53-780F-4831-91B6-1F8A24502CB9}"/>
              </a:ext>
            </a:extLst>
          </p:cNvPr>
          <p:cNvSpPr>
            <a:spLocks noGrp="1"/>
          </p:cNvSpPr>
          <p:nvPr>
            <p:ph type="body" sz="quarter" idx="19" hasCustomPrompt="1"/>
          </p:nvPr>
        </p:nvSpPr>
        <p:spPr>
          <a:xfrm>
            <a:off x="7131018" y="3528829"/>
            <a:ext cx="1380681"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dirty="0"/>
              <a:t>Click to add name</a:t>
            </a:r>
          </a:p>
        </p:txBody>
      </p:sp>
      <p:sp>
        <p:nvSpPr>
          <p:cNvPr id="44" name="Text Placeholder 14">
            <a:extLst>
              <a:ext uri="{FF2B5EF4-FFF2-40B4-BE49-F238E27FC236}">
                <a16:creationId xmlns:a16="http://schemas.microsoft.com/office/drawing/2014/main" id="{5A939BCA-4047-481F-B0C2-85F9AFDDFAFF}"/>
              </a:ext>
            </a:extLst>
          </p:cNvPr>
          <p:cNvSpPr>
            <a:spLocks noGrp="1"/>
          </p:cNvSpPr>
          <p:nvPr>
            <p:ph type="body" sz="quarter" idx="22" hasCustomPrompt="1"/>
          </p:nvPr>
        </p:nvSpPr>
        <p:spPr>
          <a:xfrm>
            <a:off x="1322436" y="4634331"/>
            <a:ext cx="1183179" cy="492025"/>
          </a:xfrm>
          <a:prstGeom prst="rect">
            <a:avLst/>
          </a:prstGeom>
        </p:spPr>
        <p:txBody>
          <a:bodyPr anchor="ctr"/>
          <a:lstStyle>
            <a:lvl1pPr marL="0" indent="0" algn="ctr">
              <a:lnSpc>
                <a:spcPct val="100000"/>
              </a:lnSpc>
              <a:buNone/>
              <a:defRPr sz="1800" cap="all" spc="200" baseline="0">
                <a:solidFill>
                  <a:schemeClr val="accent1">
                    <a:lumMod val="50000"/>
                    <a:lumOff val="50000"/>
                  </a:schemeClr>
                </a:solidFill>
                <a:latin typeface="+mj-lt"/>
              </a:defRPr>
            </a:lvl1pPr>
          </a:lstStyle>
          <a:p>
            <a:pPr lvl="0"/>
            <a:r>
              <a:rPr lang="en-US" dirty="0"/>
              <a:t>Click to add name</a:t>
            </a:r>
          </a:p>
        </p:txBody>
      </p:sp>
      <p:sp>
        <p:nvSpPr>
          <p:cNvPr id="42" name="Text Placeholder 14">
            <a:extLst>
              <a:ext uri="{FF2B5EF4-FFF2-40B4-BE49-F238E27FC236}">
                <a16:creationId xmlns:a16="http://schemas.microsoft.com/office/drawing/2014/main" id="{EEACD572-F95D-4ABE-9CC6-03D3CAF89EBF}"/>
              </a:ext>
            </a:extLst>
          </p:cNvPr>
          <p:cNvSpPr>
            <a:spLocks noGrp="1"/>
          </p:cNvSpPr>
          <p:nvPr>
            <p:ph type="body" sz="quarter" idx="21" hasCustomPrompt="1"/>
          </p:nvPr>
        </p:nvSpPr>
        <p:spPr>
          <a:xfrm>
            <a:off x="2859913" y="4459860"/>
            <a:ext cx="1183179" cy="492025"/>
          </a:xfrm>
          <a:prstGeom prst="rect">
            <a:avLst/>
          </a:prstGeom>
        </p:spPr>
        <p:txBody>
          <a:bodyPr anchor="ctr"/>
          <a:lstStyle>
            <a:lvl1pPr marL="0" indent="0" algn="ctr">
              <a:lnSpc>
                <a:spcPct val="100000"/>
              </a:lnSpc>
              <a:buNone/>
              <a:defRPr sz="1800" cap="all" spc="200" baseline="0">
                <a:solidFill>
                  <a:schemeClr val="accent5"/>
                </a:solidFill>
                <a:latin typeface="+mj-lt"/>
              </a:defRPr>
            </a:lvl1pPr>
          </a:lstStyle>
          <a:p>
            <a:pPr lvl="0"/>
            <a:r>
              <a:rPr lang="en-US" dirty="0"/>
              <a:t>Click to add name</a:t>
            </a:r>
          </a:p>
        </p:txBody>
      </p:sp>
      <p:sp>
        <p:nvSpPr>
          <p:cNvPr id="46" name="Text Placeholder 14">
            <a:extLst>
              <a:ext uri="{FF2B5EF4-FFF2-40B4-BE49-F238E27FC236}">
                <a16:creationId xmlns:a16="http://schemas.microsoft.com/office/drawing/2014/main" id="{F21A51C9-DB80-45BF-8C5D-A0236927289E}"/>
              </a:ext>
            </a:extLst>
          </p:cNvPr>
          <p:cNvSpPr>
            <a:spLocks noGrp="1"/>
          </p:cNvSpPr>
          <p:nvPr>
            <p:ph type="body" sz="quarter" idx="23" hasCustomPrompt="1"/>
          </p:nvPr>
        </p:nvSpPr>
        <p:spPr>
          <a:xfrm>
            <a:off x="5237403" y="4321788"/>
            <a:ext cx="1183179" cy="492025"/>
          </a:xfrm>
          <a:prstGeom prst="rect">
            <a:avLst/>
          </a:prstGeom>
        </p:spPr>
        <p:txBody>
          <a:bodyPr anchor="ctr"/>
          <a:lstStyle>
            <a:lvl1pPr marL="0" indent="0" algn="ctr">
              <a:lnSpc>
                <a:spcPct val="100000"/>
              </a:lnSpc>
              <a:buNone/>
              <a:defRPr sz="1800" cap="all" spc="200" baseline="0">
                <a:solidFill>
                  <a:schemeClr val="accent6">
                    <a:lumMod val="75000"/>
                  </a:schemeClr>
                </a:solidFill>
                <a:latin typeface="+mj-lt"/>
              </a:defRPr>
            </a:lvl1pPr>
          </a:lstStyle>
          <a:p>
            <a:pPr lvl="0"/>
            <a:r>
              <a:rPr lang="en-US" dirty="0"/>
              <a:t>Click to add name</a:t>
            </a:r>
          </a:p>
        </p:txBody>
      </p:sp>
      <p:sp>
        <p:nvSpPr>
          <p:cNvPr id="34" name="Text Placeholder 14">
            <a:extLst>
              <a:ext uri="{FF2B5EF4-FFF2-40B4-BE49-F238E27FC236}">
                <a16:creationId xmlns:a16="http://schemas.microsoft.com/office/drawing/2014/main" id="{AAF01185-D17F-4327-A264-7BA944344077}"/>
              </a:ext>
            </a:extLst>
          </p:cNvPr>
          <p:cNvSpPr>
            <a:spLocks noGrp="1"/>
          </p:cNvSpPr>
          <p:nvPr>
            <p:ph type="body" sz="quarter" idx="17" hasCustomPrompt="1"/>
          </p:nvPr>
        </p:nvSpPr>
        <p:spPr>
          <a:xfrm>
            <a:off x="3927206" y="5468790"/>
            <a:ext cx="1706965"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dirty="0"/>
              <a:t>Click to add name</a:t>
            </a:r>
          </a:p>
        </p:txBody>
      </p:sp>
      <p:sp>
        <p:nvSpPr>
          <p:cNvPr id="48" name="Text Placeholder 14">
            <a:extLst>
              <a:ext uri="{FF2B5EF4-FFF2-40B4-BE49-F238E27FC236}">
                <a16:creationId xmlns:a16="http://schemas.microsoft.com/office/drawing/2014/main" id="{0F026DA0-6868-4098-AA73-18F8CB275090}"/>
              </a:ext>
            </a:extLst>
          </p:cNvPr>
          <p:cNvSpPr>
            <a:spLocks noGrp="1"/>
          </p:cNvSpPr>
          <p:nvPr>
            <p:ph type="body" sz="quarter" idx="24" hasCustomPrompt="1"/>
          </p:nvPr>
        </p:nvSpPr>
        <p:spPr>
          <a:xfrm>
            <a:off x="6486546" y="5195673"/>
            <a:ext cx="1183179" cy="492025"/>
          </a:xfrm>
          <a:prstGeom prst="rect">
            <a:avLst/>
          </a:prstGeom>
        </p:spPr>
        <p:txBody>
          <a:bodyPr anchor="ctr"/>
          <a:lstStyle>
            <a:lvl1pPr marL="0" indent="0" algn="ctr">
              <a:lnSpc>
                <a:spcPct val="100000"/>
              </a:lnSpc>
              <a:buNone/>
              <a:defRPr sz="1800" cap="all" spc="200" baseline="0">
                <a:solidFill>
                  <a:schemeClr val="bg1">
                    <a:lumMod val="75000"/>
                  </a:schemeClr>
                </a:solidFill>
                <a:latin typeface="+mj-lt"/>
              </a:defRPr>
            </a:lvl1pPr>
          </a:lstStyle>
          <a:p>
            <a:pPr lvl="0"/>
            <a:r>
              <a:rPr lang="en-US" dirty="0"/>
              <a:t>Click to add name</a:t>
            </a:r>
          </a:p>
        </p:txBody>
      </p:sp>
      <p:cxnSp>
        <p:nvCxnSpPr>
          <p:cNvPr id="17" name="Straight Connector 16">
            <a:extLst>
              <a:ext uri="{FF2B5EF4-FFF2-40B4-BE49-F238E27FC236}">
                <a16:creationId xmlns:a16="http://schemas.microsoft.com/office/drawing/2014/main" id="{C6886378-0368-485F-8D6E-3C9CB4C63C1F}"/>
              </a:ext>
              <a:ext uri="{C183D7F6-B498-43B3-948B-1728B52AA6E4}">
                <adec:decorative xmlns:adec="http://schemas.microsoft.com/office/drawing/2017/decorative" val="1"/>
              </a:ext>
            </a:extLst>
          </p:cNvPr>
          <p:cNvCxnSpPr>
            <a:cxnSpLocks/>
          </p:cNvCxnSpPr>
          <p:nvPr userDrawn="1"/>
        </p:nvCxnSpPr>
        <p:spPr>
          <a:xfrm>
            <a:off x="2447369" y="3774842"/>
            <a:ext cx="4683649"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58EB2C4E-9EF3-4CC7-9BDE-ED5598CCBF65}"/>
              </a:ext>
              <a:ext uri="{C183D7F6-B498-43B3-948B-1728B52AA6E4}">
                <adec:decorative xmlns:adec="http://schemas.microsoft.com/office/drawing/2017/decorative" val="1"/>
              </a:ext>
            </a:extLst>
          </p:cNvPr>
          <p:cNvCxnSpPr>
            <a:cxnSpLocks/>
          </p:cNvCxnSpPr>
          <p:nvPr userDrawn="1"/>
        </p:nvCxnSpPr>
        <p:spPr>
          <a:xfrm flipV="1">
            <a:off x="4780689" y="2091972"/>
            <a:ext cx="4678" cy="3376818"/>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1" name="Footer Placeholder 15">
            <a:extLst>
              <a:ext uri="{FF2B5EF4-FFF2-40B4-BE49-F238E27FC236}">
                <a16:creationId xmlns:a16="http://schemas.microsoft.com/office/drawing/2014/main" id="{95A4BAFB-A1C5-4E01-9E16-ED02AADB1FA5}"/>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22" name="Slide Number Placeholder 16">
            <a:extLst>
              <a:ext uri="{FF2B5EF4-FFF2-40B4-BE49-F238E27FC236}">
                <a16:creationId xmlns:a16="http://schemas.microsoft.com/office/drawing/2014/main" id="{D2409207-E360-4301-9134-4DA109683DDC}"/>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1"/>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23" name="Date Placeholder 14">
            <a:extLst>
              <a:ext uri="{FF2B5EF4-FFF2-40B4-BE49-F238E27FC236}">
                <a16:creationId xmlns:a16="http://schemas.microsoft.com/office/drawing/2014/main" id="{F78AA50C-2DC6-46C5-B2CE-FB29A305F81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dirty="0"/>
              <a:t>May 21, 20XX</a:t>
            </a:r>
          </a:p>
        </p:txBody>
      </p:sp>
    </p:spTree>
    <p:extLst>
      <p:ext uri="{BB962C8B-B14F-4D97-AF65-F5344CB8AC3E}">
        <p14:creationId xmlns:p14="http://schemas.microsoft.com/office/powerpoint/2010/main" val="27945453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owth Strategy">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EDCC43F-6D79-4D9A-A842-74287B40D3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3371"/>
            <a:ext cx="12192000" cy="6858000"/>
          </a:xfrm>
          <a:prstGeom prst="rect">
            <a:avLst/>
          </a:prstGeom>
        </p:spPr>
      </p:pic>
      <p:sp>
        <p:nvSpPr>
          <p:cNvPr id="3" name="Title 2">
            <a:extLst>
              <a:ext uri="{FF2B5EF4-FFF2-40B4-BE49-F238E27FC236}">
                <a16:creationId xmlns:a16="http://schemas.microsoft.com/office/drawing/2014/main" id="{A8255D77-6260-4F8F-86E3-D0AAF36FA403}"/>
              </a:ext>
            </a:extLst>
          </p:cNvPr>
          <p:cNvSpPr>
            <a:spLocks noGrp="1"/>
          </p:cNvSpPr>
          <p:nvPr>
            <p:ph type="title" hasCustomPrompt="1"/>
          </p:nvPr>
        </p:nvSpPr>
        <p:spPr>
          <a:xfrm>
            <a:off x="3294345" y="1158710"/>
            <a:ext cx="5611660" cy="677782"/>
          </a:xfrm>
          <a:prstGeom prst="rect">
            <a:avLst/>
          </a:prstGeom>
        </p:spPr>
        <p:txBody>
          <a:bodyPr anchor="b"/>
          <a:lstStyle>
            <a:lvl1pPr algn="ctr">
              <a:defRPr sz="2800" cap="all" spc="400" baseline="0">
                <a:solidFill>
                  <a:schemeClr val="bg1"/>
                </a:solidFill>
              </a:defRPr>
            </a:lvl1pPr>
          </a:lstStyle>
          <a:p>
            <a:r>
              <a:rPr lang="en-US" dirty="0"/>
              <a:t>Click to add title</a:t>
            </a:r>
          </a:p>
        </p:txBody>
      </p:sp>
      <p:sp>
        <p:nvSpPr>
          <p:cNvPr id="8" name="Text Placeholder 14">
            <a:extLst>
              <a:ext uri="{FF2B5EF4-FFF2-40B4-BE49-F238E27FC236}">
                <a16:creationId xmlns:a16="http://schemas.microsoft.com/office/drawing/2014/main" id="{5C91A828-665B-4FC2-950E-370DF47348CE}"/>
              </a:ext>
            </a:extLst>
          </p:cNvPr>
          <p:cNvSpPr>
            <a:spLocks noGrp="1"/>
          </p:cNvSpPr>
          <p:nvPr>
            <p:ph type="body" sz="quarter" idx="19" hasCustomPrompt="1"/>
          </p:nvPr>
        </p:nvSpPr>
        <p:spPr>
          <a:xfrm>
            <a:off x="3519730" y="1836492"/>
            <a:ext cx="5152539" cy="718457"/>
          </a:xfrm>
          <a:prstGeom prst="rect">
            <a:avLst/>
          </a:prstGeom>
        </p:spPr>
        <p:txBody>
          <a:bodyPr/>
          <a:lstStyle>
            <a:lvl1pPr marL="0" indent="0" algn="ctr">
              <a:buNone/>
              <a:defRPr sz="1800" cap="none" spc="200" baseline="0">
                <a:solidFill>
                  <a:schemeClr val="bg1"/>
                </a:solidFill>
                <a:latin typeface="+mn-lt"/>
              </a:defRPr>
            </a:lvl1pPr>
          </a:lstStyle>
          <a:p>
            <a:pPr lvl="0"/>
            <a:r>
              <a:rPr lang="en-US" dirty="0"/>
              <a:t>Add subtitle</a:t>
            </a:r>
          </a:p>
        </p:txBody>
      </p:sp>
      <p:sp>
        <p:nvSpPr>
          <p:cNvPr id="10" name="Text Placeholder 14">
            <a:extLst>
              <a:ext uri="{FF2B5EF4-FFF2-40B4-BE49-F238E27FC236}">
                <a16:creationId xmlns:a16="http://schemas.microsoft.com/office/drawing/2014/main" id="{0BE18AA7-27E7-4763-A428-079E43A450DA}"/>
              </a:ext>
            </a:extLst>
          </p:cNvPr>
          <p:cNvSpPr>
            <a:spLocks noGrp="1"/>
          </p:cNvSpPr>
          <p:nvPr>
            <p:ph type="body" sz="quarter" idx="26" hasCustomPrompt="1"/>
          </p:nvPr>
        </p:nvSpPr>
        <p:spPr>
          <a:xfrm>
            <a:off x="1833290" y="3262556"/>
            <a:ext cx="1706965" cy="1048575"/>
          </a:xfrm>
          <a:prstGeom prst="rect">
            <a:avLst/>
          </a:prstGeom>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7" name="Text Placeholder 14">
            <a:extLst>
              <a:ext uri="{FF2B5EF4-FFF2-40B4-BE49-F238E27FC236}">
                <a16:creationId xmlns:a16="http://schemas.microsoft.com/office/drawing/2014/main" id="{6ED488B3-3B38-4DE8-8789-E9C406DB6525}"/>
              </a:ext>
            </a:extLst>
          </p:cNvPr>
          <p:cNvSpPr>
            <a:spLocks noGrp="1"/>
          </p:cNvSpPr>
          <p:nvPr>
            <p:ph type="body" sz="quarter" idx="27" hasCustomPrompt="1"/>
          </p:nvPr>
        </p:nvSpPr>
        <p:spPr>
          <a:xfrm>
            <a:off x="5053332" y="3262556"/>
            <a:ext cx="1706965" cy="1048575"/>
          </a:xfrm>
          <a:prstGeom prst="rect">
            <a:avLst/>
          </a:prstGeom>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9" name="Text Placeholder 14">
            <a:extLst>
              <a:ext uri="{FF2B5EF4-FFF2-40B4-BE49-F238E27FC236}">
                <a16:creationId xmlns:a16="http://schemas.microsoft.com/office/drawing/2014/main" id="{5717E8AA-E5DC-43D1-BED9-1A8F554EB61F}"/>
              </a:ext>
            </a:extLst>
          </p:cNvPr>
          <p:cNvSpPr>
            <a:spLocks noGrp="1"/>
          </p:cNvSpPr>
          <p:nvPr>
            <p:ph type="body" sz="quarter" idx="28" hasCustomPrompt="1"/>
          </p:nvPr>
        </p:nvSpPr>
        <p:spPr>
          <a:xfrm>
            <a:off x="8197008" y="3262556"/>
            <a:ext cx="1706965" cy="1048575"/>
          </a:xfrm>
          <a:prstGeom prst="rect">
            <a:avLst/>
          </a:prstGeom>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20" name="Text Placeholder 14">
            <a:extLst>
              <a:ext uri="{FF2B5EF4-FFF2-40B4-BE49-F238E27FC236}">
                <a16:creationId xmlns:a16="http://schemas.microsoft.com/office/drawing/2014/main" id="{83A9D178-AD0E-4E87-97B3-88B79A533B1B}"/>
              </a:ext>
            </a:extLst>
          </p:cNvPr>
          <p:cNvSpPr>
            <a:spLocks noGrp="1"/>
          </p:cNvSpPr>
          <p:nvPr>
            <p:ph type="body" sz="quarter" idx="13" hasCustomPrompt="1"/>
          </p:nvPr>
        </p:nvSpPr>
        <p:spPr>
          <a:xfrm>
            <a:off x="1462028" y="4704557"/>
            <a:ext cx="2431015"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dirty="0"/>
              <a:t>Click to add text</a:t>
            </a:r>
          </a:p>
        </p:txBody>
      </p:sp>
      <p:sp>
        <p:nvSpPr>
          <p:cNvPr id="21" name="Text Placeholder 14">
            <a:extLst>
              <a:ext uri="{FF2B5EF4-FFF2-40B4-BE49-F238E27FC236}">
                <a16:creationId xmlns:a16="http://schemas.microsoft.com/office/drawing/2014/main" id="{BF8B39EE-8EB7-4880-A9FE-9F98D23984F3}"/>
              </a:ext>
            </a:extLst>
          </p:cNvPr>
          <p:cNvSpPr>
            <a:spLocks noGrp="1"/>
          </p:cNvSpPr>
          <p:nvPr>
            <p:ph type="body" sz="quarter" idx="29" hasCustomPrompt="1"/>
          </p:nvPr>
        </p:nvSpPr>
        <p:spPr>
          <a:xfrm>
            <a:off x="4691306" y="4704558"/>
            <a:ext cx="2431015"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dirty="0"/>
              <a:t>Click to add text</a:t>
            </a:r>
          </a:p>
        </p:txBody>
      </p:sp>
      <p:sp>
        <p:nvSpPr>
          <p:cNvPr id="22" name="Text Placeholder 14">
            <a:extLst>
              <a:ext uri="{FF2B5EF4-FFF2-40B4-BE49-F238E27FC236}">
                <a16:creationId xmlns:a16="http://schemas.microsoft.com/office/drawing/2014/main" id="{C74686F1-FD3B-4529-9DBC-C6E34312C5CF}"/>
              </a:ext>
            </a:extLst>
          </p:cNvPr>
          <p:cNvSpPr>
            <a:spLocks noGrp="1"/>
          </p:cNvSpPr>
          <p:nvPr>
            <p:ph type="body" sz="quarter" idx="30" hasCustomPrompt="1"/>
          </p:nvPr>
        </p:nvSpPr>
        <p:spPr>
          <a:xfrm>
            <a:off x="7834982" y="4704557"/>
            <a:ext cx="2431015"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dirty="0"/>
              <a:t>Click to add text</a:t>
            </a:r>
          </a:p>
        </p:txBody>
      </p:sp>
      <p:sp>
        <p:nvSpPr>
          <p:cNvPr id="12" name="Footer Placeholder 15">
            <a:extLst>
              <a:ext uri="{FF2B5EF4-FFF2-40B4-BE49-F238E27FC236}">
                <a16:creationId xmlns:a16="http://schemas.microsoft.com/office/drawing/2014/main" id="{0A8B5FF2-6B96-4FE7-A6ED-0C89D74FAD0E}"/>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B8BB57A8-7823-42A3-BA84-96690BFFDC36}"/>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902A41BF-FE61-48B9-A0B1-94AAB15381BA}"/>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858706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action">
    <p:spTree>
      <p:nvGrpSpPr>
        <p:cNvPr id="1" name=""/>
        <p:cNvGrpSpPr/>
        <p:nvPr/>
      </p:nvGrpSpPr>
      <p:grpSpPr>
        <a:xfrm>
          <a:off x="0" y="0"/>
          <a:ext cx="0" cy="0"/>
          <a:chOff x="0" y="0"/>
          <a:chExt cx="0" cy="0"/>
        </a:xfrm>
      </p:grpSpPr>
      <p:pic>
        <p:nvPicPr>
          <p:cNvPr id="36" name="Graphic 35">
            <a:extLst>
              <a:ext uri="{FF2B5EF4-FFF2-40B4-BE49-F238E27FC236}">
                <a16:creationId xmlns:a16="http://schemas.microsoft.com/office/drawing/2014/main" id="{41C2529C-151F-488B-A358-D60A3D5521D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3371"/>
            <a:ext cx="12192000" cy="6858000"/>
          </a:xfrm>
          <a:prstGeom prst="rect">
            <a:avLst/>
          </a:prstGeom>
        </p:spPr>
      </p:pic>
      <p:sp>
        <p:nvSpPr>
          <p:cNvPr id="2" name="Title 1">
            <a:extLst>
              <a:ext uri="{FF2B5EF4-FFF2-40B4-BE49-F238E27FC236}">
                <a16:creationId xmlns:a16="http://schemas.microsoft.com/office/drawing/2014/main" id="{53E2EB21-CF4E-4578-820A-EACF488B1712}"/>
              </a:ext>
            </a:extLst>
          </p:cNvPr>
          <p:cNvSpPr>
            <a:spLocks noGrp="1"/>
          </p:cNvSpPr>
          <p:nvPr>
            <p:ph type="title" hasCustomPrompt="1"/>
          </p:nvPr>
        </p:nvSpPr>
        <p:spPr>
          <a:xfrm>
            <a:off x="3356975" y="1144939"/>
            <a:ext cx="5473874" cy="687833"/>
          </a:xfrm>
          <a:prstGeom prst="rect">
            <a:avLst/>
          </a:prstGeom>
        </p:spPr>
        <p:txBody>
          <a:bodyPr anchor="b"/>
          <a:lstStyle>
            <a:lvl1pPr algn="ctr">
              <a:defRPr sz="2800" cap="all" spc="400" baseline="0">
                <a:solidFill>
                  <a:schemeClr val="bg1"/>
                </a:solidFill>
              </a:defRPr>
            </a:lvl1pPr>
          </a:lstStyle>
          <a:p>
            <a:r>
              <a:rPr lang="en-US" dirty="0"/>
              <a:t>Click to add title</a:t>
            </a:r>
          </a:p>
        </p:txBody>
      </p:sp>
      <p:sp>
        <p:nvSpPr>
          <p:cNvPr id="10" name="Text Placeholder 14">
            <a:extLst>
              <a:ext uri="{FF2B5EF4-FFF2-40B4-BE49-F238E27FC236}">
                <a16:creationId xmlns:a16="http://schemas.microsoft.com/office/drawing/2014/main" id="{7F450FCB-3FE4-489F-A4BA-4BF492C226C5}"/>
              </a:ext>
            </a:extLst>
          </p:cNvPr>
          <p:cNvSpPr>
            <a:spLocks noGrp="1"/>
          </p:cNvSpPr>
          <p:nvPr>
            <p:ph type="body" sz="quarter" idx="19" hasCustomPrompt="1"/>
          </p:nvPr>
        </p:nvSpPr>
        <p:spPr>
          <a:xfrm>
            <a:off x="3519730" y="1836492"/>
            <a:ext cx="5152539" cy="718457"/>
          </a:xfrm>
          <a:prstGeom prst="rect">
            <a:avLst/>
          </a:prstGeom>
        </p:spPr>
        <p:txBody>
          <a:bodyPr/>
          <a:lstStyle>
            <a:lvl1pPr marL="0" indent="0" algn="ctr">
              <a:buNone/>
              <a:defRPr sz="1800" cap="none" spc="200" baseline="0">
                <a:solidFill>
                  <a:schemeClr val="bg1"/>
                </a:solidFill>
                <a:latin typeface="+mn-lt"/>
              </a:defRPr>
            </a:lvl1pPr>
          </a:lstStyle>
          <a:p>
            <a:pPr lvl="0"/>
            <a:r>
              <a:rPr lang="en-US" dirty="0"/>
              <a:t>Add subtitle</a:t>
            </a:r>
          </a:p>
        </p:txBody>
      </p:sp>
      <p:sp>
        <p:nvSpPr>
          <p:cNvPr id="39" name="Text Placeholder 10">
            <a:extLst>
              <a:ext uri="{FF2B5EF4-FFF2-40B4-BE49-F238E27FC236}">
                <a16:creationId xmlns:a16="http://schemas.microsoft.com/office/drawing/2014/main" id="{EB6054A1-FB6D-4599-BAA9-5A51A0FA8C5C}"/>
              </a:ext>
            </a:extLst>
          </p:cNvPr>
          <p:cNvSpPr>
            <a:spLocks noGrp="1"/>
          </p:cNvSpPr>
          <p:nvPr>
            <p:ph type="body" sz="quarter" idx="24" hasCustomPrompt="1"/>
          </p:nvPr>
        </p:nvSpPr>
        <p:spPr>
          <a:xfrm>
            <a:off x="963991" y="2822318"/>
            <a:ext cx="3574251" cy="448769"/>
          </a:xfrm>
          <a:prstGeom prst="rect">
            <a:avLst/>
          </a:prstGeom>
        </p:spPr>
        <p:txBody>
          <a:bodyPr/>
          <a:lstStyle>
            <a:lvl1pPr marL="0" indent="0" algn="l">
              <a:buNone/>
              <a:defRPr sz="1600" cap="none" spc="200" baseline="0">
                <a:solidFill>
                  <a:schemeClr val="bg1"/>
                </a:solidFill>
                <a:latin typeface="+mj-lt"/>
              </a:defRPr>
            </a:lvl1pPr>
          </a:lstStyle>
          <a:p>
            <a:pPr lvl="0"/>
            <a:r>
              <a:rPr lang="en-US" dirty="0"/>
              <a:t>Click to add title</a:t>
            </a:r>
          </a:p>
        </p:txBody>
      </p:sp>
      <p:sp>
        <p:nvSpPr>
          <p:cNvPr id="4" name="Content Placeholder 3">
            <a:extLst>
              <a:ext uri="{FF2B5EF4-FFF2-40B4-BE49-F238E27FC236}">
                <a16:creationId xmlns:a16="http://schemas.microsoft.com/office/drawing/2014/main" id="{95054896-ABA6-49DF-9D5D-B2E6224DD442}"/>
              </a:ext>
            </a:extLst>
          </p:cNvPr>
          <p:cNvSpPr>
            <a:spLocks noGrp="1"/>
          </p:cNvSpPr>
          <p:nvPr>
            <p:ph sz="quarter" idx="32"/>
          </p:nvPr>
        </p:nvSpPr>
        <p:spPr>
          <a:xfrm>
            <a:off x="866775" y="3333750"/>
            <a:ext cx="4352925" cy="2636837"/>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ext Placeholder 10">
            <a:extLst>
              <a:ext uri="{FF2B5EF4-FFF2-40B4-BE49-F238E27FC236}">
                <a16:creationId xmlns:a16="http://schemas.microsoft.com/office/drawing/2014/main" id="{5E9FFDEA-766B-48BC-B5E5-F06563BF4DE9}"/>
              </a:ext>
            </a:extLst>
          </p:cNvPr>
          <p:cNvSpPr>
            <a:spLocks noGrp="1"/>
          </p:cNvSpPr>
          <p:nvPr>
            <p:ph type="body" sz="quarter" idx="25" hasCustomPrompt="1"/>
          </p:nvPr>
        </p:nvSpPr>
        <p:spPr>
          <a:xfrm>
            <a:off x="6479875" y="2829932"/>
            <a:ext cx="3574251" cy="448769"/>
          </a:xfrm>
          <a:prstGeom prst="rect">
            <a:avLst/>
          </a:prstGeom>
        </p:spPr>
        <p:txBody>
          <a:bodyPr/>
          <a:lstStyle>
            <a:lvl1pPr marL="0" indent="0" algn="l">
              <a:buNone/>
              <a:defRPr sz="1600" cap="none" spc="200" baseline="0">
                <a:solidFill>
                  <a:schemeClr val="bg1"/>
                </a:solidFill>
                <a:latin typeface="+mj-lt"/>
              </a:defRPr>
            </a:lvl1pPr>
          </a:lstStyle>
          <a:p>
            <a:pPr lvl="0"/>
            <a:r>
              <a:rPr lang="en-US" dirty="0"/>
              <a:t>Click to add title</a:t>
            </a:r>
          </a:p>
        </p:txBody>
      </p:sp>
      <p:sp>
        <p:nvSpPr>
          <p:cNvPr id="12" name="Footer Placeholder 15">
            <a:extLst>
              <a:ext uri="{FF2B5EF4-FFF2-40B4-BE49-F238E27FC236}">
                <a16:creationId xmlns:a16="http://schemas.microsoft.com/office/drawing/2014/main" id="{067B5EA1-9C03-415F-A792-0E81289DB3BC}"/>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258AB827-653F-449B-8FE9-EC1E4F1C15B3}"/>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045230A5-30E4-4168-93C9-124C889B63F7}"/>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
        <p:nvSpPr>
          <p:cNvPr id="34" name="Content Placeholder 3">
            <a:extLst>
              <a:ext uri="{FF2B5EF4-FFF2-40B4-BE49-F238E27FC236}">
                <a16:creationId xmlns:a16="http://schemas.microsoft.com/office/drawing/2014/main" id="{C1979EE6-6944-48F0-87CE-65E90A3ACC71}"/>
              </a:ext>
            </a:extLst>
          </p:cNvPr>
          <p:cNvSpPr>
            <a:spLocks noGrp="1"/>
          </p:cNvSpPr>
          <p:nvPr>
            <p:ph sz="quarter" idx="33"/>
          </p:nvPr>
        </p:nvSpPr>
        <p:spPr>
          <a:xfrm>
            <a:off x="6433647" y="3333750"/>
            <a:ext cx="4352925" cy="2636837"/>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25142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Year Action Plan">
    <p:spTree>
      <p:nvGrpSpPr>
        <p:cNvPr id="1" name=""/>
        <p:cNvGrpSpPr/>
        <p:nvPr/>
      </p:nvGrpSpPr>
      <p:grpSpPr>
        <a:xfrm>
          <a:off x="0" y="0"/>
          <a:ext cx="0" cy="0"/>
          <a:chOff x="0" y="0"/>
          <a:chExt cx="0" cy="0"/>
        </a:xfrm>
      </p:grpSpPr>
      <p:pic>
        <p:nvPicPr>
          <p:cNvPr id="120" name="Graphic 119">
            <a:extLst>
              <a:ext uri="{FF2B5EF4-FFF2-40B4-BE49-F238E27FC236}">
                <a16:creationId xmlns:a16="http://schemas.microsoft.com/office/drawing/2014/main" id="{0D59F18F-5BD3-4E80-A69E-6D92DA9BB5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grpSp>
        <p:nvGrpSpPr>
          <p:cNvPr id="100" name="Group 99">
            <a:extLst>
              <a:ext uri="{FF2B5EF4-FFF2-40B4-BE49-F238E27FC236}">
                <a16:creationId xmlns:a16="http://schemas.microsoft.com/office/drawing/2014/main" id="{79CFC79B-A403-4086-AB1A-E4F1F5AC31F2}"/>
              </a:ext>
              <a:ext uri="{C183D7F6-B498-43B3-948B-1728B52AA6E4}">
                <adec:decorative xmlns:adec="http://schemas.microsoft.com/office/drawing/2017/decorative" val="1"/>
              </a:ext>
            </a:extLst>
          </p:cNvPr>
          <p:cNvGrpSpPr/>
          <p:nvPr userDrawn="1"/>
        </p:nvGrpSpPr>
        <p:grpSpPr>
          <a:xfrm>
            <a:off x="2010137" y="2689356"/>
            <a:ext cx="8510121" cy="0"/>
            <a:chOff x="1504814" y="2488864"/>
            <a:chExt cx="8510121" cy="0"/>
          </a:xfrm>
        </p:grpSpPr>
        <p:cxnSp>
          <p:nvCxnSpPr>
            <p:cNvPr id="79" name="Straight Connector 78">
              <a:extLst>
                <a:ext uri="{FF2B5EF4-FFF2-40B4-BE49-F238E27FC236}">
                  <a16:creationId xmlns:a16="http://schemas.microsoft.com/office/drawing/2014/main" id="{3993C126-30E8-42C9-97ED-B7968CE61D87}"/>
                </a:ext>
              </a:extLst>
            </p:cNvPr>
            <p:cNvCxnSpPr>
              <a:cxnSpLocks/>
            </p:cNvCxnSpPr>
            <p:nvPr userDrawn="1"/>
          </p:nvCxnSpPr>
          <p:spPr>
            <a:xfrm>
              <a:off x="1504814"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710C08B4-5A67-4383-9733-CF6DCA952D8F}"/>
                </a:ext>
              </a:extLst>
            </p:cNvPr>
            <p:cNvCxnSpPr>
              <a:cxnSpLocks/>
            </p:cNvCxnSpPr>
            <p:nvPr userDrawn="1"/>
          </p:nvCxnSpPr>
          <p:spPr>
            <a:xfrm>
              <a:off x="2301137"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736A6D3-72B8-4ADD-83D7-F905F1EB82FE}"/>
                </a:ext>
              </a:extLst>
            </p:cNvPr>
            <p:cNvCxnSpPr>
              <a:cxnSpLocks/>
            </p:cNvCxnSpPr>
            <p:nvPr userDrawn="1"/>
          </p:nvCxnSpPr>
          <p:spPr>
            <a:xfrm>
              <a:off x="308377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C048AE4-D798-4F1B-874C-F9044ECC8603}"/>
                </a:ext>
              </a:extLst>
            </p:cNvPr>
            <p:cNvCxnSpPr>
              <a:cxnSpLocks/>
            </p:cNvCxnSpPr>
            <p:nvPr userDrawn="1"/>
          </p:nvCxnSpPr>
          <p:spPr>
            <a:xfrm>
              <a:off x="388009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24A7533-05E8-464C-81E3-83136E632AF6}"/>
                </a:ext>
              </a:extLst>
            </p:cNvPr>
            <p:cNvCxnSpPr>
              <a:cxnSpLocks/>
            </p:cNvCxnSpPr>
            <p:nvPr userDrawn="1"/>
          </p:nvCxnSpPr>
          <p:spPr>
            <a:xfrm>
              <a:off x="465589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714E820A-336F-43A8-AB0D-875A28FB90F6}"/>
                </a:ext>
              </a:extLst>
            </p:cNvPr>
            <p:cNvCxnSpPr>
              <a:cxnSpLocks/>
            </p:cNvCxnSpPr>
            <p:nvPr userDrawn="1"/>
          </p:nvCxnSpPr>
          <p:spPr>
            <a:xfrm>
              <a:off x="545221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6D557188-FB50-4CF1-85AD-28747D97DC45}"/>
                </a:ext>
              </a:extLst>
            </p:cNvPr>
            <p:cNvCxnSpPr>
              <a:cxnSpLocks/>
            </p:cNvCxnSpPr>
            <p:nvPr userDrawn="1"/>
          </p:nvCxnSpPr>
          <p:spPr>
            <a:xfrm>
              <a:off x="6234858"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1AF23435-A9FF-4958-AAD2-BC57F32090C1}"/>
                </a:ext>
              </a:extLst>
            </p:cNvPr>
            <p:cNvCxnSpPr>
              <a:cxnSpLocks/>
            </p:cNvCxnSpPr>
            <p:nvPr userDrawn="1"/>
          </p:nvCxnSpPr>
          <p:spPr>
            <a:xfrm>
              <a:off x="7031181"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3B538E04-AA2E-459F-8D6B-7272BF9117A5}"/>
                </a:ext>
              </a:extLst>
            </p:cNvPr>
            <p:cNvCxnSpPr>
              <a:cxnSpLocks/>
            </p:cNvCxnSpPr>
            <p:nvPr userDrawn="1"/>
          </p:nvCxnSpPr>
          <p:spPr>
            <a:xfrm>
              <a:off x="7813820"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379A5921-876C-47AA-BF02-FADD423D79B7}"/>
                </a:ext>
              </a:extLst>
            </p:cNvPr>
            <p:cNvCxnSpPr>
              <a:cxnSpLocks/>
            </p:cNvCxnSpPr>
            <p:nvPr userDrawn="1"/>
          </p:nvCxnSpPr>
          <p:spPr>
            <a:xfrm>
              <a:off x="8610143"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9B30A0A8-B885-4ACC-A172-7A4408F0C0BC}"/>
                </a:ext>
              </a:extLst>
            </p:cNvPr>
            <p:cNvCxnSpPr>
              <a:cxnSpLocks/>
            </p:cNvCxnSpPr>
            <p:nvPr userDrawn="1"/>
          </p:nvCxnSpPr>
          <p:spPr>
            <a:xfrm>
              <a:off x="9399625"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3B7C7B2-16AE-4434-A8AD-0977BCB9459A}"/>
              </a:ext>
            </a:extLst>
          </p:cNvPr>
          <p:cNvSpPr>
            <a:spLocks noGrp="1"/>
          </p:cNvSpPr>
          <p:nvPr>
            <p:ph type="title" hasCustomPrompt="1"/>
          </p:nvPr>
        </p:nvSpPr>
        <p:spPr>
          <a:xfrm>
            <a:off x="681698" y="512299"/>
            <a:ext cx="10515600" cy="727388"/>
          </a:xfrm>
          <a:prstGeom prst="rect">
            <a:avLst/>
          </a:prstGeom>
        </p:spPr>
        <p:txBody>
          <a:bodyPr/>
          <a:lstStyle>
            <a:lvl1pPr>
              <a:defRPr sz="2800" cap="all" spc="400" baseline="0">
                <a:solidFill>
                  <a:schemeClr val="bg1"/>
                </a:solidFill>
              </a:defRPr>
            </a:lvl1pPr>
          </a:lstStyle>
          <a:p>
            <a:r>
              <a:rPr lang="en-US" dirty="0"/>
              <a:t>Click to add title</a:t>
            </a:r>
          </a:p>
        </p:txBody>
      </p:sp>
      <p:sp>
        <p:nvSpPr>
          <p:cNvPr id="121" name="Text Placeholder 14">
            <a:extLst>
              <a:ext uri="{FF2B5EF4-FFF2-40B4-BE49-F238E27FC236}">
                <a16:creationId xmlns:a16="http://schemas.microsoft.com/office/drawing/2014/main" id="{53B0593C-E961-4FCF-8FFD-E10C0FD17BBF}"/>
              </a:ext>
            </a:extLst>
          </p:cNvPr>
          <p:cNvSpPr>
            <a:spLocks noGrp="1"/>
          </p:cNvSpPr>
          <p:nvPr>
            <p:ph type="body" sz="quarter" idx="43" hasCustomPrompt="1"/>
          </p:nvPr>
        </p:nvSpPr>
        <p:spPr>
          <a:xfrm>
            <a:off x="1992423" y="1780403"/>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22" name="Text Placeholder 14">
            <a:extLst>
              <a:ext uri="{FF2B5EF4-FFF2-40B4-BE49-F238E27FC236}">
                <a16:creationId xmlns:a16="http://schemas.microsoft.com/office/drawing/2014/main" id="{82A98F85-0B8A-4F76-813C-C9E7A0AD8804}"/>
              </a:ext>
            </a:extLst>
          </p:cNvPr>
          <p:cNvSpPr>
            <a:spLocks noGrp="1"/>
          </p:cNvSpPr>
          <p:nvPr>
            <p:ph type="body" sz="quarter" idx="44" hasCustomPrompt="1"/>
          </p:nvPr>
        </p:nvSpPr>
        <p:spPr>
          <a:xfrm>
            <a:off x="4360668" y="1780403"/>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23" name="Text Placeholder 14">
            <a:extLst>
              <a:ext uri="{FF2B5EF4-FFF2-40B4-BE49-F238E27FC236}">
                <a16:creationId xmlns:a16="http://schemas.microsoft.com/office/drawing/2014/main" id="{0E645547-1191-4919-804B-D1DC905F3680}"/>
              </a:ext>
            </a:extLst>
          </p:cNvPr>
          <p:cNvSpPr>
            <a:spLocks noGrp="1"/>
          </p:cNvSpPr>
          <p:nvPr>
            <p:ph type="body" sz="quarter" idx="45" hasCustomPrompt="1"/>
          </p:nvPr>
        </p:nvSpPr>
        <p:spPr>
          <a:xfrm>
            <a:off x="8307743" y="1780403"/>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13" name="Text Placeholder 14">
            <a:extLst>
              <a:ext uri="{FF2B5EF4-FFF2-40B4-BE49-F238E27FC236}">
                <a16:creationId xmlns:a16="http://schemas.microsoft.com/office/drawing/2014/main" id="{70437561-3145-4AA5-B5BF-FC2748828C08}"/>
              </a:ext>
            </a:extLst>
          </p:cNvPr>
          <p:cNvSpPr>
            <a:spLocks noGrp="1"/>
          </p:cNvSpPr>
          <p:nvPr>
            <p:ph type="body" sz="quarter" idx="41" hasCustomPrompt="1"/>
          </p:nvPr>
        </p:nvSpPr>
        <p:spPr>
          <a:xfrm>
            <a:off x="505322" y="2436036"/>
            <a:ext cx="1194201" cy="501726"/>
          </a:xfrm>
          <a:prstGeom prst="rect">
            <a:avLst/>
          </a:prstGeom>
        </p:spPr>
        <p:txBody>
          <a:bodyPr anchor="ctr"/>
          <a:lstStyle>
            <a:lvl1pPr marL="0" indent="0" algn="ctr">
              <a:buNone/>
              <a:defRPr sz="1800" cap="none" spc="200" baseline="0">
                <a:solidFill>
                  <a:schemeClr val="accent6"/>
                </a:solidFill>
                <a:latin typeface="+mj-lt"/>
              </a:defRPr>
            </a:lvl1pPr>
          </a:lstStyle>
          <a:p>
            <a:pPr lvl="0"/>
            <a:r>
              <a:rPr lang="en-US" dirty="0"/>
              <a:t>Add year</a:t>
            </a:r>
          </a:p>
        </p:txBody>
      </p:sp>
      <p:sp>
        <p:nvSpPr>
          <p:cNvPr id="42" name="Text Placeholder 14">
            <a:extLst>
              <a:ext uri="{FF2B5EF4-FFF2-40B4-BE49-F238E27FC236}">
                <a16:creationId xmlns:a16="http://schemas.microsoft.com/office/drawing/2014/main" id="{25924F20-2A98-40F8-8A1C-BF4BCDC2E915}"/>
              </a:ext>
            </a:extLst>
          </p:cNvPr>
          <p:cNvSpPr>
            <a:spLocks noGrp="1"/>
          </p:cNvSpPr>
          <p:nvPr>
            <p:ph type="body" sz="quarter" idx="17" hasCustomPrompt="1"/>
          </p:nvPr>
        </p:nvSpPr>
        <p:spPr>
          <a:xfrm>
            <a:off x="167540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3" name="Text Placeholder 14">
            <a:extLst>
              <a:ext uri="{FF2B5EF4-FFF2-40B4-BE49-F238E27FC236}">
                <a16:creationId xmlns:a16="http://schemas.microsoft.com/office/drawing/2014/main" id="{DFA884F6-1E9E-4CB8-B4C3-3699E85DC2F4}"/>
              </a:ext>
            </a:extLst>
          </p:cNvPr>
          <p:cNvSpPr>
            <a:spLocks noGrp="1"/>
          </p:cNvSpPr>
          <p:nvPr>
            <p:ph type="body" sz="quarter" idx="18" hasCustomPrompt="1"/>
          </p:nvPr>
        </p:nvSpPr>
        <p:spPr>
          <a:xfrm>
            <a:off x="246481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4" name="Text Placeholder 14">
            <a:extLst>
              <a:ext uri="{FF2B5EF4-FFF2-40B4-BE49-F238E27FC236}">
                <a16:creationId xmlns:a16="http://schemas.microsoft.com/office/drawing/2014/main" id="{7C52539B-C569-4941-87E7-C3EFCFA1B401}"/>
              </a:ext>
            </a:extLst>
          </p:cNvPr>
          <p:cNvSpPr>
            <a:spLocks noGrp="1"/>
          </p:cNvSpPr>
          <p:nvPr>
            <p:ph type="body" sz="quarter" idx="19" hasCustomPrompt="1"/>
          </p:nvPr>
        </p:nvSpPr>
        <p:spPr>
          <a:xfrm>
            <a:off x="325423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5" name="Text Placeholder 14">
            <a:extLst>
              <a:ext uri="{FF2B5EF4-FFF2-40B4-BE49-F238E27FC236}">
                <a16:creationId xmlns:a16="http://schemas.microsoft.com/office/drawing/2014/main" id="{9B18D372-BEFC-4475-B0A5-A798E6CFD62B}"/>
              </a:ext>
            </a:extLst>
          </p:cNvPr>
          <p:cNvSpPr>
            <a:spLocks noGrp="1"/>
          </p:cNvSpPr>
          <p:nvPr>
            <p:ph type="body" sz="quarter" idx="20" hasCustomPrompt="1"/>
          </p:nvPr>
        </p:nvSpPr>
        <p:spPr>
          <a:xfrm>
            <a:off x="404364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6" name="Text Placeholder 14">
            <a:extLst>
              <a:ext uri="{FF2B5EF4-FFF2-40B4-BE49-F238E27FC236}">
                <a16:creationId xmlns:a16="http://schemas.microsoft.com/office/drawing/2014/main" id="{19FE16DC-63F2-4A3D-A743-C8480AE391F6}"/>
              </a:ext>
            </a:extLst>
          </p:cNvPr>
          <p:cNvSpPr>
            <a:spLocks noGrp="1"/>
          </p:cNvSpPr>
          <p:nvPr>
            <p:ph type="body" sz="quarter" idx="21" hasCustomPrompt="1"/>
          </p:nvPr>
        </p:nvSpPr>
        <p:spPr>
          <a:xfrm>
            <a:off x="483306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7" name="Text Placeholder 14">
            <a:extLst>
              <a:ext uri="{FF2B5EF4-FFF2-40B4-BE49-F238E27FC236}">
                <a16:creationId xmlns:a16="http://schemas.microsoft.com/office/drawing/2014/main" id="{23422F26-58EB-43A7-A33C-2ADBC2320CFB}"/>
              </a:ext>
            </a:extLst>
          </p:cNvPr>
          <p:cNvSpPr>
            <a:spLocks noGrp="1"/>
          </p:cNvSpPr>
          <p:nvPr>
            <p:ph type="body" sz="quarter" idx="22" hasCustomPrompt="1"/>
          </p:nvPr>
        </p:nvSpPr>
        <p:spPr>
          <a:xfrm>
            <a:off x="562247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8" name="Text Placeholder 14">
            <a:extLst>
              <a:ext uri="{FF2B5EF4-FFF2-40B4-BE49-F238E27FC236}">
                <a16:creationId xmlns:a16="http://schemas.microsoft.com/office/drawing/2014/main" id="{D9B50A50-093B-4DCA-929F-AF8AB169A473}"/>
              </a:ext>
            </a:extLst>
          </p:cNvPr>
          <p:cNvSpPr>
            <a:spLocks noGrp="1"/>
          </p:cNvSpPr>
          <p:nvPr>
            <p:ph type="body" sz="quarter" idx="23" hasCustomPrompt="1"/>
          </p:nvPr>
        </p:nvSpPr>
        <p:spPr>
          <a:xfrm>
            <a:off x="641189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9" name="Text Placeholder 14">
            <a:extLst>
              <a:ext uri="{FF2B5EF4-FFF2-40B4-BE49-F238E27FC236}">
                <a16:creationId xmlns:a16="http://schemas.microsoft.com/office/drawing/2014/main" id="{A60753DF-99A3-4BAF-AA47-4AD0BEAEAEDD}"/>
              </a:ext>
            </a:extLst>
          </p:cNvPr>
          <p:cNvSpPr>
            <a:spLocks noGrp="1"/>
          </p:cNvSpPr>
          <p:nvPr>
            <p:ph type="body" sz="quarter" idx="24" hasCustomPrompt="1"/>
          </p:nvPr>
        </p:nvSpPr>
        <p:spPr>
          <a:xfrm>
            <a:off x="720130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50" name="Text Placeholder 14">
            <a:extLst>
              <a:ext uri="{FF2B5EF4-FFF2-40B4-BE49-F238E27FC236}">
                <a16:creationId xmlns:a16="http://schemas.microsoft.com/office/drawing/2014/main" id="{470DC77E-070B-46BC-B95C-A323D9EEC9D5}"/>
              </a:ext>
            </a:extLst>
          </p:cNvPr>
          <p:cNvSpPr>
            <a:spLocks noGrp="1"/>
          </p:cNvSpPr>
          <p:nvPr>
            <p:ph type="body" sz="quarter" idx="25" hasCustomPrompt="1"/>
          </p:nvPr>
        </p:nvSpPr>
        <p:spPr>
          <a:xfrm>
            <a:off x="799072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51" name="Text Placeholder 14">
            <a:extLst>
              <a:ext uri="{FF2B5EF4-FFF2-40B4-BE49-F238E27FC236}">
                <a16:creationId xmlns:a16="http://schemas.microsoft.com/office/drawing/2014/main" id="{E7D1C36D-258C-4B31-95BB-6C0127AEEACB}"/>
              </a:ext>
            </a:extLst>
          </p:cNvPr>
          <p:cNvSpPr>
            <a:spLocks noGrp="1"/>
          </p:cNvSpPr>
          <p:nvPr>
            <p:ph type="body" sz="quarter" idx="26" hasCustomPrompt="1"/>
          </p:nvPr>
        </p:nvSpPr>
        <p:spPr>
          <a:xfrm>
            <a:off x="878013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52" name="Text Placeholder 14">
            <a:extLst>
              <a:ext uri="{FF2B5EF4-FFF2-40B4-BE49-F238E27FC236}">
                <a16:creationId xmlns:a16="http://schemas.microsoft.com/office/drawing/2014/main" id="{214A7064-793B-4F30-9A33-42069EF60489}"/>
              </a:ext>
            </a:extLst>
          </p:cNvPr>
          <p:cNvSpPr>
            <a:spLocks noGrp="1"/>
          </p:cNvSpPr>
          <p:nvPr>
            <p:ph type="body" sz="quarter" idx="27" hasCustomPrompt="1"/>
          </p:nvPr>
        </p:nvSpPr>
        <p:spPr>
          <a:xfrm>
            <a:off x="956955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53" name="Text Placeholder 14">
            <a:extLst>
              <a:ext uri="{FF2B5EF4-FFF2-40B4-BE49-F238E27FC236}">
                <a16:creationId xmlns:a16="http://schemas.microsoft.com/office/drawing/2014/main" id="{5868F5A5-3ED0-4C78-A557-F4B94B123D9B}"/>
              </a:ext>
            </a:extLst>
          </p:cNvPr>
          <p:cNvSpPr>
            <a:spLocks noGrp="1"/>
          </p:cNvSpPr>
          <p:nvPr>
            <p:ph type="body" sz="quarter" idx="28" hasCustomPrompt="1"/>
          </p:nvPr>
        </p:nvSpPr>
        <p:spPr>
          <a:xfrm>
            <a:off x="10358963"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124" name="Text Placeholder 14">
            <a:extLst>
              <a:ext uri="{FF2B5EF4-FFF2-40B4-BE49-F238E27FC236}">
                <a16:creationId xmlns:a16="http://schemas.microsoft.com/office/drawing/2014/main" id="{A727AB6E-B8DB-4DE5-BF92-3EDCA58B0CD4}"/>
              </a:ext>
            </a:extLst>
          </p:cNvPr>
          <p:cNvSpPr>
            <a:spLocks noGrp="1"/>
          </p:cNvSpPr>
          <p:nvPr>
            <p:ph type="body" sz="quarter" idx="46" hasCustomPrompt="1"/>
          </p:nvPr>
        </p:nvSpPr>
        <p:spPr>
          <a:xfrm>
            <a:off x="1992423" y="3563114"/>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25" name="Text Placeholder 14">
            <a:extLst>
              <a:ext uri="{FF2B5EF4-FFF2-40B4-BE49-F238E27FC236}">
                <a16:creationId xmlns:a16="http://schemas.microsoft.com/office/drawing/2014/main" id="{9E6A60C5-3054-4500-AE04-5766330FED67}"/>
              </a:ext>
            </a:extLst>
          </p:cNvPr>
          <p:cNvSpPr>
            <a:spLocks noGrp="1"/>
          </p:cNvSpPr>
          <p:nvPr>
            <p:ph type="body" sz="quarter" idx="47" hasCustomPrompt="1"/>
          </p:nvPr>
        </p:nvSpPr>
        <p:spPr>
          <a:xfrm>
            <a:off x="5939498" y="3563114"/>
            <a:ext cx="1440088" cy="586248"/>
          </a:xfrm>
          <a:prstGeom prst="rect">
            <a:avLst/>
          </a:prstGeom>
        </p:spPr>
        <p:txBody>
          <a:bodyPr anchor="ctr"/>
          <a:lstStyle>
            <a:lvl1pPr marL="0" indent="0" algn="ctr">
              <a:lnSpc>
                <a:spcPct val="100000"/>
              </a:lnSpc>
              <a:spcBef>
                <a:spcPts val="0"/>
              </a:spcBef>
              <a:buNone/>
              <a:defRPr sz="1400" b="1" cap="none" spc="0" baseline="0">
                <a:solidFill>
                  <a:schemeClr val="accent6"/>
                </a:solidFill>
                <a:latin typeface="+mn-lt"/>
              </a:defRPr>
            </a:lvl1pPr>
          </a:lstStyle>
          <a:p>
            <a:pPr lvl="0"/>
            <a:r>
              <a:rPr lang="en-US" dirty="0"/>
              <a:t>Click to add text</a:t>
            </a:r>
          </a:p>
        </p:txBody>
      </p:sp>
      <p:sp>
        <p:nvSpPr>
          <p:cNvPr id="126" name="Text Placeholder 14">
            <a:extLst>
              <a:ext uri="{FF2B5EF4-FFF2-40B4-BE49-F238E27FC236}">
                <a16:creationId xmlns:a16="http://schemas.microsoft.com/office/drawing/2014/main" id="{3984C0A5-C9AE-4249-8578-A0909B41B459}"/>
              </a:ext>
            </a:extLst>
          </p:cNvPr>
          <p:cNvSpPr>
            <a:spLocks noGrp="1"/>
          </p:cNvSpPr>
          <p:nvPr>
            <p:ph type="body" sz="quarter" idx="48" hasCustomPrompt="1"/>
          </p:nvPr>
        </p:nvSpPr>
        <p:spPr>
          <a:xfrm>
            <a:off x="9886573" y="3563114"/>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14" name="Text Placeholder 14">
            <a:extLst>
              <a:ext uri="{FF2B5EF4-FFF2-40B4-BE49-F238E27FC236}">
                <a16:creationId xmlns:a16="http://schemas.microsoft.com/office/drawing/2014/main" id="{4C9A8467-48EB-4C64-8A54-0526649B91A3}"/>
              </a:ext>
            </a:extLst>
          </p:cNvPr>
          <p:cNvSpPr>
            <a:spLocks noGrp="1"/>
          </p:cNvSpPr>
          <p:nvPr>
            <p:ph type="body" sz="quarter" idx="42" hasCustomPrompt="1"/>
          </p:nvPr>
        </p:nvSpPr>
        <p:spPr>
          <a:xfrm>
            <a:off x="505322" y="4134112"/>
            <a:ext cx="1194201" cy="501726"/>
          </a:xfrm>
          <a:prstGeom prst="rect">
            <a:avLst/>
          </a:prstGeom>
        </p:spPr>
        <p:txBody>
          <a:bodyPr anchor="ctr"/>
          <a:lstStyle>
            <a:lvl1pPr marL="0" indent="0" algn="ctr">
              <a:buNone/>
              <a:defRPr sz="1800" cap="none" spc="200" baseline="0">
                <a:solidFill>
                  <a:schemeClr val="accent6"/>
                </a:solidFill>
                <a:latin typeface="+mj-lt"/>
              </a:defRPr>
            </a:lvl1pPr>
          </a:lstStyle>
          <a:p>
            <a:pPr lvl="0"/>
            <a:r>
              <a:rPr lang="en-US" dirty="0"/>
              <a:t>Add year</a:t>
            </a:r>
          </a:p>
        </p:txBody>
      </p:sp>
      <p:sp>
        <p:nvSpPr>
          <p:cNvPr id="66" name="Text Placeholder 14">
            <a:extLst>
              <a:ext uri="{FF2B5EF4-FFF2-40B4-BE49-F238E27FC236}">
                <a16:creationId xmlns:a16="http://schemas.microsoft.com/office/drawing/2014/main" id="{11C267AB-B4C6-4059-B2A8-DCF715B29ECE}"/>
              </a:ext>
            </a:extLst>
          </p:cNvPr>
          <p:cNvSpPr>
            <a:spLocks noGrp="1"/>
          </p:cNvSpPr>
          <p:nvPr>
            <p:ph type="body" sz="quarter" idx="29" hasCustomPrompt="1"/>
          </p:nvPr>
        </p:nvSpPr>
        <p:spPr>
          <a:xfrm>
            <a:off x="167540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67" name="Text Placeholder 14">
            <a:extLst>
              <a:ext uri="{FF2B5EF4-FFF2-40B4-BE49-F238E27FC236}">
                <a16:creationId xmlns:a16="http://schemas.microsoft.com/office/drawing/2014/main" id="{3BF85ABF-DD16-49D4-9DD2-C35A92EAFE3A}"/>
              </a:ext>
            </a:extLst>
          </p:cNvPr>
          <p:cNvSpPr>
            <a:spLocks noGrp="1"/>
          </p:cNvSpPr>
          <p:nvPr>
            <p:ph type="body" sz="quarter" idx="30" hasCustomPrompt="1"/>
          </p:nvPr>
        </p:nvSpPr>
        <p:spPr>
          <a:xfrm>
            <a:off x="246481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68" name="Text Placeholder 14">
            <a:extLst>
              <a:ext uri="{FF2B5EF4-FFF2-40B4-BE49-F238E27FC236}">
                <a16:creationId xmlns:a16="http://schemas.microsoft.com/office/drawing/2014/main" id="{997C6187-BB2F-413C-AC7B-BBAA249AFD0A}"/>
              </a:ext>
            </a:extLst>
          </p:cNvPr>
          <p:cNvSpPr>
            <a:spLocks noGrp="1"/>
          </p:cNvSpPr>
          <p:nvPr>
            <p:ph type="body" sz="quarter" idx="31" hasCustomPrompt="1"/>
          </p:nvPr>
        </p:nvSpPr>
        <p:spPr>
          <a:xfrm>
            <a:off x="325423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69" name="Text Placeholder 14">
            <a:extLst>
              <a:ext uri="{FF2B5EF4-FFF2-40B4-BE49-F238E27FC236}">
                <a16:creationId xmlns:a16="http://schemas.microsoft.com/office/drawing/2014/main" id="{96C1DC7A-93B1-4894-AD2D-AC636AC3DABF}"/>
              </a:ext>
            </a:extLst>
          </p:cNvPr>
          <p:cNvSpPr>
            <a:spLocks noGrp="1"/>
          </p:cNvSpPr>
          <p:nvPr>
            <p:ph type="body" sz="quarter" idx="32" hasCustomPrompt="1"/>
          </p:nvPr>
        </p:nvSpPr>
        <p:spPr>
          <a:xfrm>
            <a:off x="404364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0" name="Text Placeholder 14">
            <a:extLst>
              <a:ext uri="{FF2B5EF4-FFF2-40B4-BE49-F238E27FC236}">
                <a16:creationId xmlns:a16="http://schemas.microsoft.com/office/drawing/2014/main" id="{872C35DC-A640-4C27-A87F-380E7440F3F2}"/>
              </a:ext>
            </a:extLst>
          </p:cNvPr>
          <p:cNvSpPr>
            <a:spLocks noGrp="1"/>
          </p:cNvSpPr>
          <p:nvPr>
            <p:ph type="body" sz="quarter" idx="33" hasCustomPrompt="1"/>
          </p:nvPr>
        </p:nvSpPr>
        <p:spPr>
          <a:xfrm>
            <a:off x="483306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1" name="Text Placeholder 14">
            <a:extLst>
              <a:ext uri="{FF2B5EF4-FFF2-40B4-BE49-F238E27FC236}">
                <a16:creationId xmlns:a16="http://schemas.microsoft.com/office/drawing/2014/main" id="{02969206-EA35-4C29-B0EB-3FF5636A8AB9}"/>
              </a:ext>
            </a:extLst>
          </p:cNvPr>
          <p:cNvSpPr>
            <a:spLocks noGrp="1"/>
          </p:cNvSpPr>
          <p:nvPr>
            <p:ph type="body" sz="quarter" idx="34" hasCustomPrompt="1"/>
          </p:nvPr>
        </p:nvSpPr>
        <p:spPr>
          <a:xfrm>
            <a:off x="562247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2" name="Text Placeholder 14">
            <a:extLst>
              <a:ext uri="{FF2B5EF4-FFF2-40B4-BE49-F238E27FC236}">
                <a16:creationId xmlns:a16="http://schemas.microsoft.com/office/drawing/2014/main" id="{79B642F3-327B-4AF1-85D8-5BE8BA286A17}"/>
              </a:ext>
            </a:extLst>
          </p:cNvPr>
          <p:cNvSpPr>
            <a:spLocks noGrp="1"/>
          </p:cNvSpPr>
          <p:nvPr>
            <p:ph type="body" sz="quarter" idx="35" hasCustomPrompt="1"/>
          </p:nvPr>
        </p:nvSpPr>
        <p:spPr>
          <a:xfrm>
            <a:off x="641189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3" name="Text Placeholder 14">
            <a:extLst>
              <a:ext uri="{FF2B5EF4-FFF2-40B4-BE49-F238E27FC236}">
                <a16:creationId xmlns:a16="http://schemas.microsoft.com/office/drawing/2014/main" id="{0D45BD78-6B19-4D6A-A164-2017ABC78369}"/>
              </a:ext>
            </a:extLst>
          </p:cNvPr>
          <p:cNvSpPr>
            <a:spLocks noGrp="1"/>
          </p:cNvSpPr>
          <p:nvPr>
            <p:ph type="body" sz="quarter" idx="36" hasCustomPrompt="1"/>
          </p:nvPr>
        </p:nvSpPr>
        <p:spPr>
          <a:xfrm>
            <a:off x="720130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4" name="Text Placeholder 14">
            <a:extLst>
              <a:ext uri="{FF2B5EF4-FFF2-40B4-BE49-F238E27FC236}">
                <a16:creationId xmlns:a16="http://schemas.microsoft.com/office/drawing/2014/main" id="{494676D6-C880-49A1-B83E-2D632934D666}"/>
              </a:ext>
            </a:extLst>
          </p:cNvPr>
          <p:cNvSpPr>
            <a:spLocks noGrp="1"/>
          </p:cNvSpPr>
          <p:nvPr>
            <p:ph type="body" sz="quarter" idx="37" hasCustomPrompt="1"/>
          </p:nvPr>
        </p:nvSpPr>
        <p:spPr>
          <a:xfrm>
            <a:off x="799072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5" name="Text Placeholder 14">
            <a:extLst>
              <a:ext uri="{FF2B5EF4-FFF2-40B4-BE49-F238E27FC236}">
                <a16:creationId xmlns:a16="http://schemas.microsoft.com/office/drawing/2014/main" id="{0C07048D-5DEB-4348-8A16-DB77BE49097C}"/>
              </a:ext>
            </a:extLst>
          </p:cNvPr>
          <p:cNvSpPr>
            <a:spLocks noGrp="1"/>
          </p:cNvSpPr>
          <p:nvPr>
            <p:ph type="body" sz="quarter" idx="38" hasCustomPrompt="1"/>
          </p:nvPr>
        </p:nvSpPr>
        <p:spPr>
          <a:xfrm>
            <a:off x="878013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6" name="Text Placeholder 14">
            <a:extLst>
              <a:ext uri="{FF2B5EF4-FFF2-40B4-BE49-F238E27FC236}">
                <a16:creationId xmlns:a16="http://schemas.microsoft.com/office/drawing/2014/main" id="{DCED3D6A-EF8C-4F42-B23B-30ED2C33EAB6}"/>
              </a:ext>
            </a:extLst>
          </p:cNvPr>
          <p:cNvSpPr>
            <a:spLocks noGrp="1"/>
          </p:cNvSpPr>
          <p:nvPr>
            <p:ph type="body" sz="quarter" idx="39" hasCustomPrompt="1"/>
          </p:nvPr>
        </p:nvSpPr>
        <p:spPr>
          <a:xfrm>
            <a:off x="956955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7" name="Text Placeholder 14">
            <a:extLst>
              <a:ext uri="{FF2B5EF4-FFF2-40B4-BE49-F238E27FC236}">
                <a16:creationId xmlns:a16="http://schemas.microsoft.com/office/drawing/2014/main" id="{E966B469-8508-4732-8A0A-58429BD0E7BE}"/>
              </a:ext>
            </a:extLst>
          </p:cNvPr>
          <p:cNvSpPr>
            <a:spLocks noGrp="1"/>
          </p:cNvSpPr>
          <p:nvPr>
            <p:ph type="body" sz="quarter" idx="40" hasCustomPrompt="1"/>
          </p:nvPr>
        </p:nvSpPr>
        <p:spPr>
          <a:xfrm>
            <a:off x="10358963"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grpSp>
        <p:nvGrpSpPr>
          <p:cNvPr id="101" name="Group 100">
            <a:extLst>
              <a:ext uri="{FF2B5EF4-FFF2-40B4-BE49-F238E27FC236}">
                <a16:creationId xmlns:a16="http://schemas.microsoft.com/office/drawing/2014/main" id="{97A40874-7B89-4A5D-9562-21D6994C3946}"/>
              </a:ext>
              <a:ext uri="{C183D7F6-B498-43B3-948B-1728B52AA6E4}">
                <adec:decorative xmlns:adec="http://schemas.microsoft.com/office/drawing/2017/decorative" val="1"/>
              </a:ext>
            </a:extLst>
          </p:cNvPr>
          <p:cNvGrpSpPr/>
          <p:nvPr userDrawn="1"/>
        </p:nvGrpSpPr>
        <p:grpSpPr>
          <a:xfrm>
            <a:off x="2010137" y="4391183"/>
            <a:ext cx="8510121" cy="0"/>
            <a:chOff x="1504814" y="2488864"/>
            <a:chExt cx="8510121" cy="0"/>
          </a:xfrm>
        </p:grpSpPr>
        <p:cxnSp>
          <p:nvCxnSpPr>
            <p:cNvPr id="102" name="Straight Connector 101">
              <a:extLst>
                <a:ext uri="{FF2B5EF4-FFF2-40B4-BE49-F238E27FC236}">
                  <a16:creationId xmlns:a16="http://schemas.microsoft.com/office/drawing/2014/main" id="{32860379-5BA3-4D4F-BAC0-C7783F7552D4}"/>
                </a:ext>
              </a:extLst>
            </p:cNvPr>
            <p:cNvCxnSpPr>
              <a:cxnSpLocks/>
            </p:cNvCxnSpPr>
            <p:nvPr userDrawn="1"/>
          </p:nvCxnSpPr>
          <p:spPr>
            <a:xfrm>
              <a:off x="1504814"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DF221EBE-F43A-48CE-8E3D-D0777E2424C4}"/>
                </a:ext>
              </a:extLst>
            </p:cNvPr>
            <p:cNvCxnSpPr>
              <a:cxnSpLocks/>
            </p:cNvCxnSpPr>
            <p:nvPr userDrawn="1"/>
          </p:nvCxnSpPr>
          <p:spPr>
            <a:xfrm>
              <a:off x="2301137"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C70DFAA8-4E1B-45F7-B640-2C00AAC65BA3}"/>
                </a:ext>
              </a:extLst>
            </p:cNvPr>
            <p:cNvCxnSpPr>
              <a:cxnSpLocks/>
            </p:cNvCxnSpPr>
            <p:nvPr userDrawn="1"/>
          </p:nvCxnSpPr>
          <p:spPr>
            <a:xfrm>
              <a:off x="308377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067A42DA-2625-4CA8-AEC6-2FBCF01A9278}"/>
                </a:ext>
              </a:extLst>
            </p:cNvPr>
            <p:cNvCxnSpPr>
              <a:cxnSpLocks/>
            </p:cNvCxnSpPr>
            <p:nvPr userDrawn="1"/>
          </p:nvCxnSpPr>
          <p:spPr>
            <a:xfrm>
              <a:off x="388009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89B3F7FF-9011-4E3D-9DA2-C144F9B7A5EB}"/>
                </a:ext>
              </a:extLst>
            </p:cNvPr>
            <p:cNvCxnSpPr>
              <a:cxnSpLocks/>
            </p:cNvCxnSpPr>
            <p:nvPr userDrawn="1"/>
          </p:nvCxnSpPr>
          <p:spPr>
            <a:xfrm>
              <a:off x="465589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30EEA406-B4BE-4A22-9879-A86700556BEA}"/>
                </a:ext>
              </a:extLst>
            </p:cNvPr>
            <p:cNvCxnSpPr>
              <a:cxnSpLocks/>
            </p:cNvCxnSpPr>
            <p:nvPr userDrawn="1"/>
          </p:nvCxnSpPr>
          <p:spPr>
            <a:xfrm>
              <a:off x="545221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F5F5190B-A9FA-4925-81A3-8AF19F70933F}"/>
                </a:ext>
              </a:extLst>
            </p:cNvPr>
            <p:cNvCxnSpPr>
              <a:cxnSpLocks/>
            </p:cNvCxnSpPr>
            <p:nvPr userDrawn="1"/>
          </p:nvCxnSpPr>
          <p:spPr>
            <a:xfrm>
              <a:off x="6234858"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93F58E8B-B6D9-46C2-95B1-755AD7B02890}"/>
                </a:ext>
              </a:extLst>
            </p:cNvPr>
            <p:cNvCxnSpPr>
              <a:cxnSpLocks/>
            </p:cNvCxnSpPr>
            <p:nvPr userDrawn="1"/>
          </p:nvCxnSpPr>
          <p:spPr>
            <a:xfrm>
              <a:off x="7031181"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46BED819-4195-456A-8507-0CC09BDCFEDE}"/>
                </a:ext>
              </a:extLst>
            </p:cNvPr>
            <p:cNvCxnSpPr>
              <a:cxnSpLocks/>
            </p:cNvCxnSpPr>
            <p:nvPr userDrawn="1"/>
          </p:nvCxnSpPr>
          <p:spPr>
            <a:xfrm>
              <a:off x="7813820"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23541D3E-8275-4522-81E7-C83B829D83C1}"/>
                </a:ext>
              </a:extLst>
            </p:cNvPr>
            <p:cNvCxnSpPr>
              <a:cxnSpLocks/>
            </p:cNvCxnSpPr>
            <p:nvPr userDrawn="1"/>
          </p:nvCxnSpPr>
          <p:spPr>
            <a:xfrm>
              <a:off x="8610143"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6CD34DF1-D500-4560-A303-92050A81120A}"/>
                </a:ext>
              </a:extLst>
            </p:cNvPr>
            <p:cNvCxnSpPr>
              <a:cxnSpLocks/>
            </p:cNvCxnSpPr>
            <p:nvPr userDrawn="1"/>
          </p:nvCxnSpPr>
          <p:spPr>
            <a:xfrm>
              <a:off x="9399625"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 name="Footer Placeholder 15">
            <a:extLst>
              <a:ext uri="{FF2B5EF4-FFF2-40B4-BE49-F238E27FC236}">
                <a16:creationId xmlns:a16="http://schemas.microsoft.com/office/drawing/2014/main" id="{47D7FFC8-D319-4F8D-9F95-39BB21C0EEF6}"/>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8DDD48EC-9DE8-4C43-881A-2597A1DDE271}"/>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650B4D37-2FE8-4F27-8951-CF9D947DBAC5}"/>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1691548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nancials">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0ADA1982-C216-4747-ACCC-39BC3F50B1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FCD2AA7-E8A5-43C8-A284-AB4951189DBB}"/>
              </a:ext>
            </a:extLst>
          </p:cNvPr>
          <p:cNvSpPr>
            <a:spLocks noGrp="1"/>
          </p:cNvSpPr>
          <p:nvPr>
            <p:ph type="title" hasCustomPrompt="1"/>
          </p:nvPr>
        </p:nvSpPr>
        <p:spPr>
          <a:xfrm>
            <a:off x="692949" y="527542"/>
            <a:ext cx="6922876" cy="687834"/>
          </a:xfrm>
          <a:prstGeom prst="rect">
            <a:avLst/>
          </a:prstGeom>
        </p:spPr>
        <p:txBody>
          <a:bodyPr/>
          <a:lstStyle>
            <a:lvl1pPr>
              <a:defRPr sz="2800" cap="all" spc="400" baseline="0">
                <a:solidFill>
                  <a:schemeClr val="bg1"/>
                </a:solidFill>
              </a:defRPr>
            </a:lvl1pPr>
          </a:lstStyle>
          <a:p>
            <a:r>
              <a:rPr lang="en-US" dirty="0"/>
              <a:t>Click to add title</a:t>
            </a:r>
          </a:p>
        </p:txBody>
      </p:sp>
      <p:sp>
        <p:nvSpPr>
          <p:cNvPr id="4" name="Content Placeholder 3">
            <a:extLst>
              <a:ext uri="{FF2B5EF4-FFF2-40B4-BE49-F238E27FC236}">
                <a16:creationId xmlns:a16="http://schemas.microsoft.com/office/drawing/2014/main" id="{D1D681FF-F6BE-41D5-AE6C-B4110384B0F4}"/>
              </a:ext>
            </a:extLst>
          </p:cNvPr>
          <p:cNvSpPr>
            <a:spLocks noGrp="1"/>
          </p:cNvSpPr>
          <p:nvPr>
            <p:ph sz="quarter" idx="10"/>
          </p:nvPr>
        </p:nvSpPr>
        <p:spPr>
          <a:xfrm>
            <a:off x="693738" y="1128713"/>
            <a:ext cx="7654925" cy="5068887"/>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5">
            <a:extLst>
              <a:ext uri="{FF2B5EF4-FFF2-40B4-BE49-F238E27FC236}">
                <a16:creationId xmlns:a16="http://schemas.microsoft.com/office/drawing/2014/main" id="{A60E8AF0-85D7-4035-8301-57B3B4977F94}"/>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481785BD-DC42-4BBE-8C62-BCE6F0EA47BD}"/>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1"/>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E7886D57-8CCD-43A4-AA49-E96D2EE3EB83}"/>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dirty="0"/>
              <a:t>May 21, 20XX</a:t>
            </a:r>
          </a:p>
        </p:txBody>
      </p:sp>
    </p:spTree>
    <p:extLst>
      <p:ext uri="{BB962C8B-B14F-4D97-AF65-F5344CB8AC3E}">
        <p14:creationId xmlns:p14="http://schemas.microsoft.com/office/powerpoint/2010/main" val="1036791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eet The Team 4-Up">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6F8B9974-85ED-46AA-8617-AC54C847B6B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1"/>
            <a:ext cx="12205220" cy="6858001"/>
          </a:xfrm>
          <a:prstGeom prst="rect">
            <a:avLst/>
          </a:prstGeom>
        </p:spPr>
      </p:pic>
      <p:sp>
        <p:nvSpPr>
          <p:cNvPr id="2" name="Title 1">
            <a:extLst>
              <a:ext uri="{FF2B5EF4-FFF2-40B4-BE49-F238E27FC236}">
                <a16:creationId xmlns:a16="http://schemas.microsoft.com/office/drawing/2014/main" id="{EB6F28C4-DD1C-4E63-87E8-D76D85414CE0}"/>
              </a:ext>
            </a:extLst>
          </p:cNvPr>
          <p:cNvSpPr>
            <a:spLocks noGrp="1"/>
          </p:cNvSpPr>
          <p:nvPr>
            <p:ph type="title" hasCustomPrompt="1"/>
          </p:nvPr>
        </p:nvSpPr>
        <p:spPr>
          <a:xfrm>
            <a:off x="655858" y="2433312"/>
            <a:ext cx="1939480" cy="2115505"/>
          </a:xfrm>
          <a:prstGeom prst="rect">
            <a:avLst/>
          </a:prstGeom>
        </p:spPr>
        <p:txBody>
          <a:bodyPr anchor="ctr"/>
          <a:lstStyle>
            <a:lvl1pPr algn="ctr">
              <a:defRPr sz="2800" cap="all" spc="400" baseline="0">
                <a:solidFill>
                  <a:schemeClr val="bg1"/>
                </a:solidFill>
              </a:defRPr>
            </a:lvl1pPr>
          </a:lstStyle>
          <a:p>
            <a:r>
              <a:rPr lang="en-US" dirty="0"/>
              <a:t>Click to add title</a:t>
            </a:r>
          </a:p>
        </p:txBody>
      </p:sp>
      <p:sp>
        <p:nvSpPr>
          <p:cNvPr id="14" name="Picture Placeholder 9">
            <a:extLst>
              <a:ext uri="{FF2B5EF4-FFF2-40B4-BE49-F238E27FC236}">
                <a16:creationId xmlns:a16="http://schemas.microsoft.com/office/drawing/2014/main" id="{3987B23C-61B9-4A48-AD36-5E284812C449}"/>
              </a:ext>
            </a:extLst>
          </p:cNvPr>
          <p:cNvSpPr>
            <a:spLocks noGrp="1"/>
          </p:cNvSpPr>
          <p:nvPr>
            <p:ph type="pic" sz="quarter" idx="16" hasCustomPrompt="1"/>
          </p:nvPr>
        </p:nvSpPr>
        <p:spPr>
          <a:xfrm>
            <a:off x="3088220" y="2599422"/>
            <a:ext cx="1502806" cy="1502805"/>
          </a:xfrm>
          <a:prstGeom prst="ellipse">
            <a:avLst/>
          </a:prstGeom>
        </p:spPr>
        <p:txBody>
          <a:bodyPr/>
          <a:lstStyle>
            <a:lvl1pPr marL="0" indent="0" algn="ctr">
              <a:buNone/>
              <a:defRPr sz="2400">
                <a:solidFill>
                  <a:schemeClr val="bg1"/>
                </a:solidFill>
              </a:defRPr>
            </a:lvl1pPr>
          </a:lstStyle>
          <a:p>
            <a:r>
              <a:rPr lang="en-US" dirty="0"/>
              <a:t>Click to add photo</a:t>
            </a:r>
          </a:p>
        </p:txBody>
      </p:sp>
      <p:sp>
        <p:nvSpPr>
          <p:cNvPr id="10" name="Picture Placeholder 9">
            <a:extLst>
              <a:ext uri="{FF2B5EF4-FFF2-40B4-BE49-F238E27FC236}">
                <a16:creationId xmlns:a16="http://schemas.microsoft.com/office/drawing/2014/main" id="{CCBD4661-3D71-432B-9308-D2D085BDDDC2}"/>
              </a:ext>
            </a:extLst>
          </p:cNvPr>
          <p:cNvSpPr>
            <a:spLocks noGrp="1"/>
          </p:cNvSpPr>
          <p:nvPr>
            <p:ph type="pic" sz="quarter" idx="15" hasCustomPrompt="1"/>
          </p:nvPr>
        </p:nvSpPr>
        <p:spPr>
          <a:xfrm>
            <a:off x="5190425" y="2599420"/>
            <a:ext cx="1502806" cy="1502805"/>
          </a:xfrm>
          <a:prstGeom prst="ellipse">
            <a:avLst/>
          </a:prstGeom>
        </p:spPr>
        <p:txBody>
          <a:bodyPr/>
          <a:lstStyle>
            <a:lvl1pPr marL="0" indent="0" algn="ctr">
              <a:buNone/>
              <a:defRPr sz="2400">
                <a:solidFill>
                  <a:schemeClr val="bg1"/>
                </a:solidFill>
              </a:defRPr>
            </a:lvl1pPr>
          </a:lstStyle>
          <a:p>
            <a:r>
              <a:rPr lang="en-US" dirty="0"/>
              <a:t>Click to add photo</a:t>
            </a:r>
          </a:p>
        </p:txBody>
      </p:sp>
      <p:sp>
        <p:nvSpPr>
          <p:cNvPr id="17" name="Picture Placeholder 9">
            <a:extLst>
              <a:ext uri="{FF2B5EF4-FFF2-40B4-BE49-F238E27FC236}">
                <a16:creationId xmlns:a16="http://schemas.microsoft.com/office/drawing/2014/main" id="{F89712B5-4C74-4247-B444-43F116D582EB}"/>
              </a:ext>
            </a:extLst>
          </p:cNvPr>
          <p:cNvSpPr>
            <a:spLocks noGrp="1"/>
          </p:cNvSpPr>
          <p:nvPr>
            <p:ph type="pic" sz="quarter" idx="18" hasCustomPrompt="1"/>
          </p:nvPr>
        </p:nvSpPr>
        <p:spPr>
          <a:xfrm>
            <a:off x="7291629" y="2599420"/>
            <a:ext cx="1502806" cy="1502805"/>
          </a:xfrm>
          <a:prstGeom prst="ellipse">
            <a:avLst/>
          </a:prstGeom>
        </p:spPr>
        <p:txBody>
          <a:bodyPr/>
          <a:lstStyle>
            <a:lvl1pPr marL="0" indent="0" algn="ctr">
              <a:buNone/>
              <a:defRPr sz="2400">
                <a:solidFill>
                  <a:schemeClr val="bg1"/>
                </a:solidFill>
              </a:defRPr>
            </a:lvl1pPr>
          </a:lstStyle>
          <a:p>
            <a:r>
              <a:rPr lang="en-US" dirty="0"/>
              <a:t>Click to add photo</a:t>
            </a:r>
          </a:p>
        </p:txBody>
      </p:sp>
      <p:sp>
        <p:nvSpPr>
          <p:cNvPr id="16" name="Picture Placeholder 9">
            <a:extLst>
              <a:ext uri="{FF2B5EF4-FFF2-40B4-BE49-F238E27FC236}">
                <a16:creationId xmlns:a16="http://schemas.microsoft.com/office/drawing/2014/main" id="{33EE5A9D-21AC-4735-98D7-42551FA2C58E}"/>
              </a:ext>
            </a:extLst>
          </p:cNvPr>
          <p:cNvSpPr>
            <a:spLocks noGrp="1"/>
          </p:cNvSpPr>
          <p:nvPr>
            <p:ph type="pic" sz="quarter" idx="17" hasCustomPrompt="1"/>
          </p:nvPr>
        </p:nvSpPr>
        <p:spPr>
          <a:xfrm>
            <a:off x="9387443" y="2599420"/>
            <a:ext cx="1502806" cy="1502805"/>
          </a:xfrm>
          <a:prstGeom prst="ellipse">
            <a:avLst/>
          </a:prstGeom>
        </p:spPr>
        <p:txBody>
          <a:bodyPr/>
          <a:lstStyle>
            <a:lvl1pPr marL="0" indent="0" algn="ctr">
              <a:buNone/>
              <a:defRPr sz="2400">
                <a:solidFill>
                  <a:schemeClr val="bg1"/>
                </a:solidFill>
              </a:defRPr>
            </a:lvl1pPr>
          </a:lstStyle>
          <a:p>
            <a:r>
              <a:rPr lang="en-US" dirty="0"/>
              <a:t>Click to add photo</a:t>
            </a:r>
          </a:p>
        </p:txBody>
      </p:sp>
      <p:sp>
        <p:nvSpPr>
          <p:cNvPr id="18" name="Oval 17">
            <a:extLst>
              <a:ext uri="{FF2B5EF4-FFF2-40B4-BE49-F238E27FC236}">
                <a16:creationId xmlns:a16="http://schemas.microsoft.com/office/drawing/2014/main" id="{5EDBA775-4308-4BDB-B966-8167F3D04FF5}"/>
              </a:ext>
              <a:ext uri="{C183D7F6-B498-43B3-948B-1728B52AA6E4}">
                <adec:decorative xmlns:adec="http://schemas.microsoft.com/office/drawing/2017/decorative" val="1"/>
              </a:ext>
            </a:extLst>
          </p:cNvPr>
          <p:cNvSpPr/>
          <p:nvPr userDrawn="1"/>
        </p:nvSpPr>
        <p:spPr>
          <a:xfrm>
            <a:off x="2975041" y="2486242"/>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BDDB0B0-BDCD-459F-AF20-19E1A7217639}"/>
              </a:ext>
              <a:ext uri="{C183D7F6-B498-43B3-948B-1728B52AA6E4}">
                <adec:decorative xmlns:adec="http://schemas.microsoft.com/office/drawing/2017/decorative" val="1"/>
              </a:ext>
            </a:extLst>
          </p:cNvPr>
          <p:cNvSpPr/>
          <p:nvPr userDrawn="1"/>
        </p:nvSpPr>
        <p:spPr>
          <a:xfrm>
            <a:off x="5077246" y="2486240"/>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69A8E9D1-9673-42D1-A573-05CDC9EF884A}"/>
              </a:ext>
              <a:ext uri="{C183D7F6-B498-43B3-948B-1728B52AA6E4}">
                <adec:decorative xmlns:adec="http://schemas.microsoft.com/office/drawing/2017/decorative" val="1"/>
              </a:ext>
            </a:extLst>
          </p:cNvPr>
          <p:cNvSpPr/>
          <p:nvPr userDrawn="1"/>
        </p:nvSpPr>
        <p:spPr>
          <a:xfrm>
            <a:off x="7178450" y="2486240"/>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52F851C1-89A7-44A6-8617-10C435FCD396}"/>
              </a:ext>
              <a:ext uri="{C183D7F6-B498-43B3-948B-1728B52AA6E4}">
                <adec:decorative xmlns:adec="http://schemas.microsoft.com/office/drawing/2017/decorative" val="1"/>
              </a:ext>
            </a:extLst>
          </p:cNvPr>
          <p:cNvSpPr/>
          <p:nvPr userDrawn="1"/>
        </p:nvSpPr>
        <p:spPr>
          <a:xfrm>
            <a:off x="9274264" y="2486240"/>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 Placeholder 14">
            <a:extLst>
              <a:ext uri="{FF2B5EF4-FFF2-40B4-BE49-F238E27FC236}">
                <a16:creationId xmlns:a16="http://schemas.microsoft.com/office/drawing/2014/main" id="{11C9BE46-D000-4DE5-8AD9-6BFAD927A014}"/>
              </a:ext>
            </a:extLst>
          </p:cNvPr>
          <p:cNvSpPr>
            <a:spLocks noGrp="1"/>
          </p:cNvSpPr>
          <p:nvPr>
            <p:ph type="body" sz="quarter" idx="19" hasCustomPrompt="1"/>
          </p:nvPr>
        </p:nvSpPr>
        <p:spPr>
          <a:xfrm>
            <a:off x="2796727" y="4435583"/>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26" name="Text Placeholder 14">
            <a:extLst>
              <a:ext uri="{FF2B5EF4-FFF2-40B4-BE49-F238E27FC236}">
                <a16:creationId xmlns:a16="http://schemas.microsoft.com/office/drawing/2014/main" id="{5773EC03-0830-4EAE-A7B0-38902833DC2F}"/>
              </a:ext>
            </a:extLst>
          </p:cNvPr>
          <p:cNvSpPr>
            <a:spLocks noGrp="1"/>
          </p:cNvSpPr>
          <p:nvPr>
            <p:ph type="body" sz="quarter" idx="20" hasCustomPrompt="1"/>
          </p:nvPr>
        </p:nvSpPr>
        <p:spPr>
          <a:xfrm>
            <a:off x="2896865"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27" name="Text Placeholder 14">
            <a:extLst>
              <a:ext uri="{FF2B5EF4-FFF2-40B4-BE49-F238E27FC236}">
                <a16:creationId xmlns:a16="http://schemas.microsoft.com/office/drawing/2014/main" id="{32E4889E-0745-4713-90D8-432A681AFCE4}"/>
              </a:ext>
            </a:extLst>
          </p:cNvPr>
          <p:cNvSpPr>
            <a:spLocks noGrp="1"/>
          </p:cNvSpPr>
          <p:nvPr>
            <p:ph type="body" sz="quarter" idx="21" hasCustomPrompt="1"/>
          </p:nvPr>
        </p:nvSpPr>
        <p:spPr>
          <a:xfrm>
            <a:off x="4898932" y="4435583"/>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28" name="Text Placeholder 14">
            <a:extLst>
              <a:ext uri="{FF2B5EF4-FFF2-40B4-BE49-F238E27FC236}">
                <a16:creationId xmlns:a16="http://schemas.microsoft.com/office/drawing/2014/main" id="{BFD869E7-29DA-4FEB-AB84-1C1FC3ABAE30}"/>
              </a:ext>
            </a:extLst>
          </p:cNvPr>
          <p:cNvSpPr>
            <a:spLocks noGrp="1"/>
          </p:cNvSpPr>
          <p:nvPr>
            <p:ph type="body" sz="quarter" idx="22" hasCustomPrompt="1"/>
          </p:nvPr>
        </p:nvSpPr>
        <p:spPr>
          <a:xfrm>
            <a:off x="4999070"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30" name="Text Placeholder 14">
            <a:extLst>
              <a:ext uri="{FF2B5EF4-FFF2-40B4-BE49-F238E27FC236}">
                <a16:creationId xmlns:a16="http://schemas.microsoft.com/office/drawing/2014/main" id="{9E68119B-CDCA-4341-8772-2C5BF80B4E40}"/>
              </a:ext>
            </a:extLst>
          </p:cNvPr>
          <p:cNvSpPr>
            <a:spLocks noGrp="1"/>
          </p:cNvSpPr>
          <p:nvPr>
            <p:ph type="body" sz="quarter" idx="23" hasCustomPrompt="1"/>
          </p:nvPr>
        </p:nvSpPr>
        <p:spPr>
          <a:xfrm>
            <a:off x="7000136" y="4435751"/>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31" name="Text Placeholder 14">
            <a:extLst>
              <a:ext uri="{FF2B5EF4-FFF2-40B4-BE49-F238E27FC236}">
                <a16:creationId xmlns:a16="http://schemas.microsoft.com/office/drawing/2014/main" id="{303A31BF-223A-44A5-84FD-7281FF2E4CD4}"/>
              </a:ext>
            </a:extLst>
          </p:cNvPr>
          <p:cNvSpPr>
            <a:spLocks noGrp="1"/>
          </p:cNvSpPr>
          <p:nvPr>
            <p:ph type="body" sz="quarter" idx="24" hasCustomPrompt="1"/>
          </p:nvPr>
        </p:nvSpPr>
        <p:spPr>
          <a:xfrm>
            <a:off x="7100274"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32" name="Text Placeholder 14">
            <a:extLst>
              <a:ext uri="{FF2B5EF4-FFF2-40B4-BE49-F238E27FC236}">
                <a16:creationId xmlns:a16="http://schemas.microsoft.com/office/drawing/2014/main" id="{666E1F4A-0D75-4B8E-A181-DBEB50FB1D60}"/>
              </a:ext>
            </a:extLst>
          </p:cNvPr>
          <p:cNvSpPr>
            <a:spLocks noGrp="1"/>
          </p:cNvSpPr>
          <p:nvPr>
            <p:ph type="body" sz="quarter" idx="25" hasCustomPrompt="1"/>
          </p:nvPr>
        </p:nvSpPr>
        <p:spPr>
          <a:xfrm>
            <a:off x="9095950" y="4435583"/>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33" name="Text Placeholder 14">
            <a:extLst>
              <a:ext uri="{FF2B5EF4-FFF2-40B4-BE49-F238E27FC236}">
                <a16:creationId xmlns:a16="http://schemas.microsoft.com/office/drawing/2014/main" id="{5EAE80D5-B799-4807-8F81-22C4218233DF}"/>
              </a:ext>
            </a:extLst>
          </p:cNvPr>
          <p:cNvSpPr>
            <a:spLocks noGrp="1"/>
          </p:cNvSpPr>
          <p:nvPr>
            <p:ph type="body" sz="quarter" idx="26" hasCustomPrompt="1"/>
          </p:nvPr>
        </p:nvSpPr>
        <p:spPr>
          <a:xfrm>
            <a:off x="9196088"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39" name="Footer Placeholder 15">
            <a:extLst>
              <a:ext uri="{FF2B5EF4-FFF2-40B4-BE49-F238E27FC236}">
                <a16:creationId xmlns:a16="http://schemas.microsoft.com/office/drawing/2014/main" id="{6F4437FE-F08F-4311-B53A-88E2B729B745}"/>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40" name="Slide Number Placeholder 16">
            <a:extLst>
              <a:ext uri="{FF2B5EF4-FFF2-40B4-BE49-F238E27FC236}">
                <a16:creationId xmlns:a16="http://schemas.microsoft.com/office/drawing/2014/main" id="{D0901035-50AC-4DE0-9A34-AAA61EC10E16}"/>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41" name="Date Placeholder 14">
            <a:extLst>
              <a:ext uri="{FF2B5EF4-FFF2-40B4-BE49-F238E27FC236}">
                <a16:creationId xmlns:a16="http://schemas.microsoft.com/office/drawing/2014/main" id="{5FDD3145-ADE2-4744-AF2E-9C8074C85841}"/>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41914450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eet The Team 8-Up">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8A79A51B-CC7A-4B36-B457-AF323638813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1"/>
            <a:ext cx="12205220" cy="6858001"/>
          </a:xfrm>
          <a:prstGeom prst="rect">
            <a:avLst/>
          </a:prstGeom>
        </p:spPr>
      </p:pic>
      <p:sp>
        <p:nvSpPr>
          <p:cNvPr id="2" name="Title 1">
            <a:extLst>
              <a:ext uri="{FF2B5EF4-FFF2-40B4-BE49-F238E27FC236}">
                <a16:creationId xmlns:a16="http://schemas.microsoft.com/office/drawing/2014/main" id="{0E019BE9-6149-434A-B185-EE7434112622}"/>
              </a:ext>
            </a:extLst>
          </p:cNvPr>
          <p:cNvSpPr>
            <a:spLocks noGrp="1"/>
          </p:cNvSpPr>
          <p:nvPr>
            <p:ph type="title" hasCustomPrompt="1"/>
          </p:nvPr>
        </p:nvSpPr>
        <p:spPr>
          <a:xfrm>
            <a:off x="661216" y="2375820"/>
            <a:ext cx="1939480" cy="2218499"/>
          </a:xfrm>
          <a:prstGeom prst="rect">
            <a:avLst/>
          </a:prstGeom>
        </p:spPr>
        <p:txBody>
          <a:bodyPr anchor="ctr"/>
          <a:lstStyle>
            <a:lvl1pPr algn="ctr">
              <a:lnSpc>
                <a:spcPct val="90000"/>
              </a:lnSpc>
              <a:spcBef>
                <a:spcPts val="1000"/>
              </a:spcBef>
              <a:defRPr sz="2800" cap="all" spc="400" baseline="0">
                <a:solidFill>
                  <a:schemeClr val="bg1"/>
                </a:solidFill>
              </a:defRPr>
            </a:lvl1pPr>
          </a:lstStyle>
          <a:p>
            <a:r>
              <a:rPr lang="en-US" dirty="0"/>
              <a:t>Click to add title</a:t>
            </a:r>
          </a:p>
        </p:txBody>
      </p:sp>
      <p:sp>
        <p:nvSpPr>
          <p:cNvPr id="34" name="Picture Placeholder 9">
            <a:extLst>
              <a:ext uri="{FF2B5EF4-FFF2-40B4-BE49-F238E27FC236}">
                <a16:creationId xmlns:a16="http://schemas.microsoft.com/office/drawing/2014/main" id="{18B0121B-CD0E-495B-9B36-4E88EA4A9786}"/>
              </a:ext>
              <a:ext uri="{C183D7F6-B498-43B3-948B-1728B52AA6E4}">
                <adec:decorative xmlns:adec="http://schemas.microsoft.com/office/drawing/2017/decorative" val="0"/>
              </a:ext>
            </a:extLst>
          </p:cNvPr>
          <p:cNvSpPr>
            <a:spLocks noGrp="1"/>
          </p:cNvSpPr>
          <p:nvPr>
            <p:ph type="pic" sz="quarter" idx="16" hasCustomPrompt="1"/>
          </p:nvPr>
        </p:nvSpPr>
        <p:spPr>
          <a:xfrm>
            <a:off x="3136339" y="1326925"/>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81" name="Picture Placeholder 9">
            <a:extLst>
              <a:ext uri="{FF2B5EF4-FFF2-40B4-BE49-F238E27FC236}">
                <a16:creationId xmlns:a16="http://schemas.microsoft.com/office/drawing/2014/main" id="{4508E76D-2071-4546-8DF2-405B38E2E271}"/>
              </a:ext>
            </a:extLst>
          </p:cNvPr>
          <p:cNvSpPr>
            <a:spLocks noGrp="1"/>
          </p:cNvSpPr>
          <p:nvPr>
            <p:ph type="pic" sz="quarter" idx="39" hasCustomPrompt="1"/>
          </p:nvPr>
        </p:nvSpPr>
        <p:spPr>
          <a:xfrm>
            <a:off x="5209991" y="1326192"/>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85" name="Picture Placeholder 9">
            <a:extLst>
              <a:ext uri="{FF2B5EF4-FFF2-40B4-BE49-F238E27FC236}">
                <a16:creationId xmlns:a16="http://schemas.microsoft.com/office/drawing/2014/main" id="{D319C8D5-E3A6-45C8-8A64-1C1B70C90DD1}"/>
              </a:ext>
              <a:ext uri="{C183D7F6-B498-43B3-948B-1728B52AA6E4}">
                <adec:decorative xmlns:adec="http://schemas.microsoft.com/office/drawing/2017/decorative" val="0"/>
              </a:ext>
            </a:extLst>
          </p:cNvPr>
          <p:cNvSpPr>
            <a:spLocks noGrp="1"/>
          </p:cNvSpPr>
          <p:nvPr>
            <p:ph type="pic" sz="quarter" idx="40" hasCustomPrompt="1"/>
          </p:nvPr>
        </p:nvSpPr>
        <p:spPr>
          <a:xfrm>
            <a:off x="7305041" y="1335752"/>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87" name="Picture Placeholder 9">
            <a:extLst>
              <a:ext uri="{FF2B5EF4-FFF2-40B4-BE49-F238E27FC236}">
                <a16:creationId xmlns:a16="http://schemas.microsoft.com/office/drawing/2014/main" id="{01486F31-E79E-4E60-8749-B8036B3F096A}"/>
              </a:ext>
              <a:ext uri="{C183D7F6-B498-43B3-948B-1728B52AA6E4}">
                <adec:decorative xmlns:adec="http://schemas.microsoft.com/office/drawing/2017/decorative" val="0"/>
              </a:ext>
            </a:extLst>
          </p:cNvPr>
          <p:cNvSpPr>
            <a:spLocks noGrp="1"/>
          </p:cNvSpPr>
          <p:nvPr>
            <p:ph type="pic" sz="quarter" idx="41" hasCustomPrompt="1"/>
          </p:nvPr>
        </p:nvSpPr>
        <p:spPr>
          <a:xfrm>
            <a:off x="9384248" y="1326192"/>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37" name="Oval 36">
            <a:extLst>
              <a:ext uri="{FF2B5EF4-FFF2-40B4-BE49-F238E27FC236}">
                <a16:creationId xmlns:a16="http://schemas.microsoft.com/office/drawing/2014/main" id="{8139AA92-1781-41FF-9168-9F70B1CD9FB7}"/>
              </a:ext>
              <a:ext uri="{C183D7F6-B498-43B3-948B-1728B52AA6E4}">
                <adec:decorative xmlns:adec="http://schemas.microsoft.com/office/drawing/2017/decorative" val="1"/>
              </a:ext>
            </a:extLst>
          </p:cNvPr>
          <p:cNvSpPr/>
          <p:nvPr userDrawn="1"/>
        </p:nvSpPr>
        <p:spPr>
          <a:xfrm>
            <a:off x="3031536" y="1222122"/>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 Placeholder 14">
            <a:extLst>
              <a:ext uri="{FF2B5EF4-FFF2-40B4-BE49-F238E27FC236}">
                <a16:creationId xmlns:a16="http://schemas.microsoft.com/office/drawing/2014/main" id="{5FE36F90-735E-43D7-854A-0347B805053D}"/>
              </a:ext>
            </a:extLst>
          </p:cNvPr>
          <p:cNvSpPr>
            <a:spLocks noGrp="1"/>
          </p:cNvSpPr>
          <p:nvPr>
            <p:ph type="body" sz="quarter" idx="19" hasCustomPrompt="1"/>
          </p:nvPr>
        </p:nvSpPr>
        <p:spPr>
          <a:xfrm>
            <a:off x="2796727" y="2972370"/>
            <a:ext cx="2085792" cy="274650"/>
          </a:xfrm>
          <a:prstGeom prst="rect">
            <a:avLst/>
          </a:prstGeom>
        </p:spPr>
        <p:txBody>
          <a:bodyPr/>
          <a:lstStyle>
            <a:lvl1pPr marL="0" indent="0" algn="ctr">
              <a:buNone/>
              <a:defRPr sz="1200" b="0" cap="all" spc="200" baseline="0">
                <a:solidFill>
                  <a:schemeClr val="accent6"/>
                </a:solidFill>
                <a:latin typeface="+mj-lt"/>
              </a:defRPr>
            </a:lvl1pPr>
          </a:lstStyle>
          <a:p>
            <a:pPr lvl="0"/>
            <a:r>
              <a:rPr lang="en-US" dirty="0"/>
              <a:t>Add Name</a:t>
            </a:r>
          </a:p>
        </p:txBody>
      </p:sp>
      <p:sp>
        <p:nvSpPr>
          <p:cNvPr id="42" name="Text Placeholder 14">
            <a:extLst>
              <a:ext uri="{FF2B5EF4-FFF2-40B4-BE49-F238E27FC236}">
                <a16:creationId xmlns:a16="http://schemas.microsoft.com/office/drawing/2014/main" id="{2D0125FE-7543-4B0C-8C50-D4F2949EE8A0}"/>
              </a:ext>
            </a:extLst>
          </p:cNvPr>
          <p:cNvSpPr>
            <a:spLocks noGrp="1"/>
          </p:cNvSpPr>
          <p:nvPr>
            <p:ph type="body" sz="quarter" idx="20" hasCustomPrompt="1"/>
          </p:nvPr>
        </p:nvSpPr>
        <p:spPr>
          <a:xfrm>
            <a:off x="2896865"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43" name="Text Placeholder 14">
            <a:extLst>
              <a:ext uri="{FF2B5EF4-FFF2-40B4-BE49-F238E27FC236}">
                <a16:creationId xmlns:a16="http://schemas.microsoft.com/office/drawing/2014/main" id="{839FFFF4-4A0D-40BD-B34D-CD03D03FBEC4}"/>
              </a:ext>
            </a:extLst>
          </p:cNvPr>
          <p:cNvSpPr>
            <a:spLocks noGrp="1"/>
          </p:cNvSpPr>
          <p:nvPr>
            <p:ph type="body" sz="quarter" idx="21" hasCustomPrompt="1"/>
          </p:nvPr>
        </p:nvSpPr>
        <p:spPr>
          <a:xfrm>
            <a:off x="4898932" y="2972370"/>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44" name="Text Placeholder 14">
            <a:extLst>
              <a:ext uri="{FF2B5EF4-FFF2-40B4-BE49-F238E27FC236}">
                <a16:creationId xmlns:a16="http://schemas.microsoft.com/office/drawing/2014/main" id="{2697A53A-8491-4753-901E-02236DC0D5C4}"/>
              </a:ext>
            </a:extLst>
          </p:cNvPr>
          <p:cNvSpPr>
            <a:spLocks noGrp="1"/>
          </p:cNvSpPr>
          <p:nvPr>
            <p:ph type="body" sz="quarter" idx="22" hasCustomPrompt="1"/>
          </p:nvPr>
        </p:nvSpPr>
        <p:spPr>
          <a:xfrm>
            <a:off x="4999070"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45" name="Text Placeholder 14">
            <a:extLst>
              <a:ext uri="{FF2B5EF4-FFF2-40B4-BE49-F238E27FC236}">
                <a16:creationId xmlns:a16="http://schemas.microsoft.com/office/drawing/2014/main" id="{A51D26D1-89AE-43E7-8F1B-E28B18019F84}"/>
              </a:ext>
            </a:extLst>
          </p:cNvPr>
          <p:cNvSpPr>
            <a:spLocks noGrp="1"/>
          </p:cNvSpPr>
          <p:nvPr>
            <p:ph type="body" sz="quarter" idx="23" hasCustomPrompt="1"/>
          </p:nvPr>
        </p:nvSpPr>
        <p:spPr>
          <a:xfrm>
            <a:off x="7000136" y="2972538"/>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46" name="Text Placeholder 14">
            <a:extLst>
              <a:ext uri="{FF2B5EF4-FFF2-40B4-BE49-F238E27FC236}">
                <a16:creationId xmlns:a16="http://schemas.microsoft.com/office/drawing/2014/main" id="{0191059F-A4F0-4F1C-8237-308B7AD3F97D}"/>
              </a:ext>
            </a:extLst>
          </p:cNvPr>
          <p:cNvSpPr>
            <a:spLocks noGrp="1"/>
          </p:cNvSpPr>
          <p:nvPr>
            <p:ph type="body" sz="quarter" idx="24" hasCustomPrompt="1"/>
          </p:nvPr>
        </p:nvSpPr>
        <p:spPr>
          <a:xfrm>
            <a:off x="7100274"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47" name="Text Placeholder 14">
            <a:extLst>
              <a:ext uri="{FF2B5EF4-FFF2-40B4-BE49-F238E27FC236}">
                <a16:creationId xmlns:a16="http://schemas.microsoft.com/office/drawing/2014/main" id="{CFCD3D62-2515-40AC-A8A1-F7786244B36F}"/>
              </a:ext>
            </a:extLst>
          </p:cNvPr>
          <p:cNvSpPr>
            <a:spLocks noGrp="1"/>
          </p:cNvSpPr>
          <p:nvPr>
            <p:ph type="body" sz="quarter" idx="25" hasCustomPrompt="1"/>
          </p:nvPr>
        </p:nvSpPr>
        <p:spPr>
          <a:xfrm>
            <a:off x="9095950" y="2972370"/>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48" name="Text Placeholder 14">
            <a:extLst>
              <a:ext uri="{FF2B5EF4-FFF2-40B4-BE49-F238E27FC236}">
                <a16:creationId xmlns:a16="http://schemas.microsoft.com/office/drawing/2014/main" id="{96332DF1-A140-4DDE-9D59-EEF6D503A8D7}"/>
              </a:ext>
            </a:extLst>
          </p:cNvPr>
          <p:cNvSpPr>
            <a:spLocks noGrp="1"/>
          </p:cNvSpPr>
          <p:nvPr>
            <p:ph type="body" sz="quarter" idx="26" hasCustomPrompt="1"/>
          </p:nvPr>
        </p:nvSpPr>
        <p:spPr>
          <a:xfrm>
            <a:off x="9196088"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97" name="Picture Placeholder 9">
            <a:extLst>
              <a:ext uri="{FF2B5EF4-FFF2-40B4-BE49-F238E27FC236}">
                <a16:creationId xmlns:a16="http://schemas.microsoft.com/office/drawing/2014/main" id="{74EEDA10-EB71-4CAE-80C3-9C8B46E6DF07}"/>
              </a:ext>
            </a:extLst>
          </p:cNvPr>
          <p:cNvSpPr>
            <a:spLocks noGrp="1"/>
          </p:cNvSpPr>
          <p:nvPr>
            <p:ph type="pic" sz="quarter" idx="42" hasCustomPrompt="1"/>
          </p:nvPr>
        </p:nvSpPr>
        <p:spPr>
          <a:xfrm>
            <a:off x="3136338" y="3967833"/>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99" name="Picture Placeholder 9">
            <a:extLst>
              <a:ext uri="{FF2B5EF4-FFF2-40B4-BE49-F238E27FC236}">
                <a16:creationId xmlns:a16="http://schemas.microsoft.com/office/drawing/2014/main" id="{B9B031BF-4314-4A3C-B53C-3958CC4E6228}"/>
              </a:ext>
            </a:extLst>
          </p:cNvPr>
          <p:cNvSpPr>
            <a:spLocks noGrp="1"/>
          </p:cNvSpPr>
          <p:nvPr>
            <p:ph type="pic" sz="quarter" idx="43" hasCustomPrompt="1"/>
          </p:nvPr>
        </p:nvSpPr>
        <p:spPr>
          <a:xfrm>
            <a:off x="5209990" y="3967100"/>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101" name="Picture Placeholder 9">
            <a:extLst>
              <a:ext uri="{FF2B5EF4-FFF2-40B4-BE49-F238E27FC236}">
                <a16:creationId xmlns:a16="http://schemas.microsoft.com/office/drawing/2014/main" id="{BC693B9A-3B30-4605-8EB8-2F155D0A4D7C}"/>
              </a:ext>
            </a:extLst>
          </p:cNvPr>
          <p:cNvSpPr>
            <a:spLocks noGrp="1"/>
          </p:cNvSpPr>
          <p:nvPr>
            <p:ph type="pic" sz="quarter" idx="44" hasCustomPrompt="1"/>
          </p:nvPr>
        </p:nvSpPr>
        <p:spPr>
          <a:xfrm>
            <a:off x="7305040" y="3976660"/>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103" name="Picture Placeholder 9">
            <a:extLst>
              <a:ext uri="{FF2B5EF4-FFF2-40B4-BE49-F238E27FC236}">
                <a16:creationId xmlns:a16="http://schemas.microsoft.com/office/drawing/2014/main" id="{B4CC215D-FD31-4423-900D-14FF4F457AFA}"/>
              </a:ext>
            </a:extLst>
          </p:cNvPr>
          <p:cNvSpPr>
            <a:spLocks noGrp="1"/>
          </p:cNvSpPr>
          <p:nvPr>
            <p:ph type="pic" sz="quarter" idx="45" hasCustomPrompt="1"/>
          </p:nvPr>
        </p:nvSpPr>
        <p:spPr>
          <a:xfrm>
            <a:off x="9384247" y="3967100"/>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73" name="Text Placeholder 14">
            <a:extLst>
              <a:ext uri="{FF2B5EF4-FFF2-40B4-BE49-F238E27FC236}">
                <a16:creationId xmlns:a16="http://schemas.microsoft.com/office/drawing/2014/main" id="{D4954E76-6CE5-4657-B73B-9875EBBEE003}"/>
              </a:ext>
            </a:extLst>
          </p:cNvPr>
          <p:cNvSpPr>
            <a:spLocks noGrp="1"/>
          </p:cNvSpPr>
          <p:nvPr>
            <p:ph type="body" sz="quarter" idx="31" hasCustomPrompt="1"/>
          </p:nvPr>
        </p:nvSpPr>
        <p:spPr>
          <a:xfrm>
            <a:off x="2796727" y="5587307"/>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74" name="Text Placeholder 14">
            <a:extLst>
              <a:ext uri="{FF2B5EF4-FFF2-40B4-BE49-F238E27FC236}">
                <a16:creationId xmlns:a16="http://schemas.microsoft.com/office/drawing/2014/main" id="{E361B92F-F111-450A-A880-C34503792307}"/>
              </a:ext>
            </a:extLst>
          </p:cNvPr>
          <p:cNvSpPr>
            <a:spLocks noGrp="1"/>
          </p:cNvSpPr>
          <p:nvPr>
            <p:ph type="body" sz="quarter" idx="32" hasCustomPrompt="1"/>
          </p:nvPr>
        </p:nvSpPr>
        <p:spPr>
          <a:xfrm>
            <a:off x="2896865" y="5813275"/>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75" name="Text Placeholder 14">
            <a:extLst>
              <a:ext uri="{FF2B5EF4-FFF2-40B4-BE49-F238E27FC236}">
                <a16:creationId xmlns:a16="http://schemas.microsoft.com/office/drawing/2014/main" id="{375C0FEC-10E7-43EA-953F-8CB9B43D05D4}"/>
              </a:ext>
            </a:extLst>
          </p:cNvPr>
          <p:cNvSpPr>
            <a:spLocks noGrp="1"/>
          </p:cNvSpPr>
          <p:nvPr>
            <p:ph type="body" sz="quarter" idx="33" hasCustomPrompt="1"/>
          </p:nvPr>
        </p:nvSpPr>
        <p:spPr>
          <a:xfrm>
            <a:off x="4898932" y="5587307"/>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76" name="Text Placeholder 14">
            <a:extLst>
              <a:ext uri="{FF2B5EF4-FFF2-40B4-BE49-F238E27FC236}">
                <a16:creationId xmlns:a16="http://schemas.microsoft.com/office/drawing/2014/main" id="{84B1D0A0-DE01-44D1-9B3D-C05DBE9FF754}"/>
              </a:ext>
            </a:extLst>
          </p:cNvPr>
          <p:cNvSpPr>
            <a:spLocks noGrp="1"/>
          </p:cNvSpPr>
          <p:nvPr>
            <p:ph type="body" sz="quarter" idx="34" hasCustomPrompt="1"/>
          </p:nvPr>
        </p:nvSpPr>
        <p:spPr>
          <a:xfrm>
            <a:off x="4999070" y="5813275"/>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77" name="Text Placeholder 14">
            <a:extLst>
              <a:ext uri="{FF2B5EF4-FFF2-40B4-BE49-F238E27FC236}">
                <a16:creationId xmlns:a16="http://schemas.microsoft.com/office/drawing/2014/main" id="{DB6914BB-9516-4473-A02F-1A325FA7EF4F}"/>
              </a:ext>
            </a:extLst>
          </p:cNvPr>
          <p:cNvSpPr>
            <a:spLocks noGrp="1"/>
          </p:cNvSpPr>
          <p:nvPr>
            <p:ph type="body" sz="quarter" idx="35" hasCustomPrompt="1"/>
          </p:nvPr>
        </p:nvSpPr>
        <p:spPr>
          <a:xfrm>
            <a:off x="7000136" y="5587475"/>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78" name="Text Placeholder 14">
            <a:extLst>
              <a:ext uri="{FF2B5EF4-FFF2-40B4-BE49-F238E27FC236}">
                <a16:creationId xmlns:a16="http://schemas.microsoft.com/office/drawing/2014/main" id="{FEE30418-F1D4-4D16-A984-FAA6CA0C74BF}"/>
              </a:ext>
            </a:extLst>
          </p:cNvPr>
          <p:cNvSpPr>
            <a:spLocks noGrp="1"/>
          </p:cNvSpPr>
          <p:nvPr>
            <p:ph type="body" sz="quarter" idx="36" hasCustomPrompt="1"/>
          </p:nvPr>
        </p:nvSpPr>
        <p:spPr>
          <a:xfrm>
            <a:off x="7100274" y="5813275"/>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79" name="Text Placeholder 14">
            <a:extLst>
              <a:ext uri="{FF2B5EF4-FFF2-40B4-BE49-F238E27FC236}">
                <a16:creationId xmlns:a16="http://schemas.microsoft.com/office/drawing/2014/main" id="{6D336D9D-1BA1-44AE-96D0-3ABDA2E02FB5}"/>
              </a:ext>
            </a:extLst>
          </p:cNvPr>
          <p:cNvSpPr>
            <a:spLocks noGrp="1"/>
          </p:cNvSpPr>
          <p:nvPr>
            <p:ph type="body" sz="quarter" idx="37" hasCustomPrompt="1"/>
          </p:nvPr>
        </p:nvSpPr>
        <p:spPr>
          <a:xfrm>
            <a:off x="9095950" y="5587307"/>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80" name="Text Placeholder 14">
            <a:extLst>
              <a:ext uri="{FF2B5EF4-FFF2-40B4-BE49-F238E27FC236}">
                <a16:creationId xmlns:a16="http://schemas.microsoft.com/office/drawing/2014/main" id="{6CFC9B87-2AEB-414D-90C4-B7F8F4AA9080}"/>
              </a:ext>
            </a:extLst>
          </p:cNvPr>
          <p:cNvSpPr>
            <a:spLocks noGrp="1"/>
          </p:cNvSpPr>
          <p:nvPr>
            <p:ph type="body" sz="quarter" idx="38" hasCustomPrompt="1"/>
          </p:nvPr>
        </p:nvSpPr>
        <p:spPr>
          <a:xfrm>
            <a:off x="9192018" y="5813275"/>
            <a:ext cx="1885515"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82" name="Oval 81">
            <a:extLst>
              <a:ext uri="{FF2B5EF4-FFF2-40B4-BE49-F238E27FC236}">
                <a16:creationId xmlns:a16="http://schemas.microsoft.com/office/drawing/2014/main" id="{9DC42105-8FBF-4317-8822-399B1F791ABF}"/>
              </a:ext>
              <a:ext uri="{C183D7F6-B498-43B3-948B-1728B52AA6E4}">
                <adec:decorative xmlns:adec="http://schemas.microsoft.com/office/drawing/2017/decorative" val="1"/>
              </a:ext>
            </a:extLst>
          </p:cNvPr>
          <p:cNvSpPr/>
          <p:nvPr userDrawn="1"/>
        </p:nvSpPr>
        <p:spPr>
          <a:xfrm>
            <a:off x="5105188" y="1221389"/>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Oval 85">
            <a:extLst>
              <a:ext uri="{FF2B5EF4-FFF2-40B4-BE49-F238E27FC236}">
                <a16:creationId xmlns:a16="http://schemas.microsoft.com/office/drawing/2014/main" id="{644C80F9-E615-4699-A719-131E62011769}"/>
              </a:ext>
              <a:ext uri="{C183D7F6-B498-43B3-948B-1728B52AA6E4}">
                <adec:decorative xmlns:adec="http://schemas.microsoft.com/office/drawing/2017/decorative" val="1"/>
              </a:ext>
            </a:extLst>
          </p:cNvPr>
          <p:cNvSpPr/>
          <p:nvPr userDrawn="1"/>
        </p:nvSpPr>
        <p:spPr>
          <a:xfrm>
            <a:off x="7200238" y="1230949"/>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Oval 87">
            <a:extLst>
              <a:ext uri="{FF2B5EF4-FFF2-40B4-BE49-F238E27FC236}">
                <a16:creationId xmlns:a16="http://schemas.microsoft.com/office/drawing/2014/main" id="{191882A0-07C5-40D6-9520-02882775B26A}"/>
              </a:ext>
              <a:ext uri="{C183D7F6-B498-43B3-948B-1728B52AA6E4}">
                <adec:decorative xmlns:adec="http://schemas.microsoft.com/office/drawing/2017/decorative" val="1"/>
              </a:ext>
            </a:extLst>
          </p:cNvPr>
          <p:cNvSpPr/>
          <p:nvPr userDrawn="1"/>
        </p:nvSpPr>
        <p:spPr>
          <a:xfrm>
            <a:off x="9279445" y="1221389"/>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Oval 97">
            <a:extLst>
              <a:ext uri="{FF2B5EF4-FFF2-40B4-BE49-F238E27FC236}">
                <a16:creationId xmlns:a16="http://schemas.microsoft.com/office/drawing/2014/main" id="{242E90BB-F1EA-466F-939C-623189DF3ADD}"/>
              </a:ext>
              <a:ext uri="{C183D7F6-B498-43B3-948B-1728B52AA6E4}">
                <adec:decorative xmlns:adec="http://schemas.microsoft.com/office/drawing/2017/decorative" val="1"/>
              </a:ext>
            </a:extLst>
          </p:cNvPr>
          <p:cNvSpPr/>
          <p:nvPr userDrawn="1"/>
        </p:nvSpPr>
        <p:spPr>
          <a:xfrm>
            <a:off x="3031535" y="3863030"/>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Oval 99">
            <a:extLst>
              <a:ext uri="{FF2B5EF4-FFF2-40B4-BE49-F238E27FC236}">
                <a16:creationId xmlns:a16="http://schemas.microsoft.com/office/drawing/2014/main" id="{CBBFD36F-B307-4513-ABAD-4A02FF737176}"/>
              </a:ext>
              <a:ext uri="{C183D7F6-B498-43B3-948B-1728B52AA6E4}">
                <adec:decorative xmlns:adec="http://schemas.microsoft.com/office/drawing/2017/decorative" val="1"/>
              </a:ext>
            </a:extLst>
          </p:cNvPr>
          <p:cNvSpPr/>
          <p:nvPr userDrawn="1"/>
        </p:nvSpPr>
        <p:spPr>
          <a:xfrm>
            <a:off x="5105187" y="3862297"/>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2E69D0B1-6D57-4A70-9C3C-F3A072AAA324}"/>
              </a:ext>
              <a:ext uri="{C183D7F6-B498-43B3-948B-1728B52AA6E4}">
                <adec:decorative xmlns:adec="http://schemas.microsoft.com/office/drawing/2017/decorative" val="1"/>
              </a:ext>
            </a:extLst>
          </p:cNvPr>
          <p:cNvSpPr/>
          <p:nvPr userDrawn="1"/>
        </p:nvSpPr>
        <p:spPr>
          <a:xfrm>
            <a:off x="7200237" y="3871857"/>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Oval 103">
            <a:extLst>
              <a:ext uri="{FF2B5EF4-FFF2-40B4-BE49-F238E27FC236}">
                <a16:creationId xmlns:a16="http://schemas.microsoft.com/office/drawing/2014/main" id="{95C6593C-7D72-47FB-AACE-F8848EAFA3AB}"/>
              </a:ext>
              <a:ext uri="{C183D7F6-B498-43B3-948B-1728B52AA6E4}">
                <adec:decorative xmlns:adec="http://schemas.microsoft.com/office/drawing/2017/decorative" val="1"/>
              </a:ext>
            </a:extLst>
          </p:cNvPr>
          <p:cNvSpPr/>
          <p:nvPr userDrawn="1"/>
        </p:nvSpPr>
        <p:spPr>
          <a:xfrm>
            <a:off x="9279444" y="3862297"/>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Footer Placeholder 15">
            <a:extLst>
              <a:ext uri="{FF2B5EF4-FFF2-40B4-BE49-F238E27FC236}">
                <a16:creationId xmlns:a16="http://schemas.microsoft.com/office/drawing/2014/main" id="{75E80FB1-82CC-4144-A899-130449B1AC1C}"/>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06" name="Slide Number Placeholder 16">
            <a:extLst>
              <a:ext uri="{FF2B5EF4-FFF2-40B4-BE49-F238E27FC236}">
                <a16:creationId xmlns:a16="http://schemas.microsoft.com/office/drawing/2014/main" id="{10233900-5A86-4114-B6F5-3A0EA053C022}"/>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07" name="Date Placeholder 14">
            <a:extLst>
              <a:ext uri="{FF2B5EF4-FFF2-40B4-BE49-F238E27FC236}">
                <a16:creationId xmlns:a16="http://schemas.microsoft.com/office/drawing/2014/main" id="{FD1BC0B7-CAA7-4673-9A20-4EFEDC54FC46}"/>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18023333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17DE9787-F8D7-4BBC-B3C0-144EEF47302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B7F666A-7AF7-4FC6-99DD-E06ED83C2E88}"/>
              </a:ext>
            </a:extLst>
          </p:cNvPr>
          <p:cNvSpPr>
            <a:spLocks noGrp="1"/>
          </p:cNvSpPr>
          <p:nvPr>
            <p:ph type="title" hasCustomPrompt="1"/>
          </p:nvPr>
        </p:nvSpPr>
        <p:spPr>
          <a:xfrm>
            <a:off x="3131507" y="412356"/>
            <a:ext cx="5561556" cy="567670"/>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45" name="Text Placeholder 10">
            <a:extLst>
              <a:ext uri="{FF2B5EF4-FFF2-40B4-BE49-F238E27FC236}">
                <a16:creationId xmlns:a16="http://schemas.microsoft.com/office/drawing/2014/main" id="{F2A51B67-A536-47ED-9C35-D2A4CF043420}"/>
              </a:ext>
            </a:extLst>
          </p:cNvPr>
          <p:cNvSpPr>
            <a:spLocks noGrp="1"/>
          </p:cNvSpPr>
          <p:nvPr>
            <p:ph type="body" sz="quarter" idx="21" hasCustomPrompt="1"/>
          </p:nvPr>
        </p:nvSpPr>
        <p:spPr>
          <a:xfrm>
            <a:off x="930273" y="2216292"/>
            <a:ext cx="1611892" cy="1151632"/>
          </a:xfrm>
          <a:prstGeom prst="rect">
            <a:avLst/>
          </a:prstGeom>
        </p:spPr>
        <p:txBody>
          <a:bodyPr anchor="ctr"/>
          <a:lstStyle>
            <a:lvl1pPr marL="0" indent="0" algn="ctr">
              <a:lnSpc>
                <a:spcPct val="100000"/>
              </a:lnSpc>
              <a:spcBef>
                <a:spcPts val="0"/>
              </a:spcBef>
              <a:spcAft>
                <a:spcPts val="0"/>
              </a:spcAft>
              <a:buNone/>
              <a:defRPr sz="4000" cap="all" spc="400" baseline="0">
                <a:solidFill>
                  <a:schemeClr val="accent5"/>
                </a:solidFill>
                <a:latin typeface="+mj-lt"/>
              </a:defRPr>
            </a:lvl1pPr>
          </a:lstStyle>
          <a:p>
            <a:pPr lvl="0"/>
            <a:r>
              <a:rPr lang="en-US" dirty="0"/>
              <a:t>Add title</a:t>
            </a:r>
          </a:p>
        </p:txBody>
      </p:sp>
      <p:sp>
        <p:nvSpPr>
          <p:cNvPr id="49" name="Text Placeholder 10">
            <a:extLst>
              <a:ext uri="{FF2B5EF4-FFF2-40B4-BE49-F238E27FC236}">
                <a16:creationId xmlns:a16="http://schemas.microsoft.com/office/drawing/2014/main" id="{22B9C39F-D011-4AC3-A4D5-F61A1CB3650B}"/>
              </a:ext>
            </a:extLst>
          </p:cNvPr>
          <p:cNvSpPr>
            <a:spLocks noGrp="1"/>
          </p:cNvSpPr>
          <p:nvPr>
            <p:ph type="body" sz="quarter" idx="22" hasCustomPrompt="1"/>
          </p:nvPr>
        </p:nvSpPr>
        <p:spPr>
          <a:xfrm>
            <a:off x="3613801" y="2216293"/>
            <a:ext cx="1611892" cy="1151632"/>
          </a:xfrm>
          <a:prstGeom prst="rect">
            <a:avLst/>
          </a:prstGeom>
        </p:spPr>
        <p:txBody>
          <a:bodyPr anchor="ctr"/>
          <a:lstStyle>
            <a:lvl1pPr marL="0" indent="0" algn="ctr">
              <a:lnSpc>
                <a:spcPct val="100000"/>
              </a:lnSpc>
              <a:spcBef>
                <a:spcPts val="0"/>
              </a:spcBef>
              <a:buNone/>
              <a:defRPr sz="4000" cap="all" spc="400" baseline="0">
                <a:solidFill>
                  <a:schemeClr val="accent6">
                    <a:lumMod val="75000"/>
                  </a:schemeClr>
                </a:solidFill>
                <a:latin typeface="+mj-lt"/>
              </a:defRPr>
            </a:lvl1pPr>
          </a:lstStyle>
          <a:p>
            <a:pPr lvl="0"/>
            <a:r>
              <a:rPr lang="en-US" dirty="0"/>
              <a:t>Add title</a:t>
            </a:r>
          </a:p>
        </p:txBody>
      </p:sp>
      <p:sp>
        <p:nvSpPr>
          <p:cNvPr id="47" name="Text Placeholder 10">
            <a:extLst>
              <a:ext uri="{FF2B5EF4-FFF2-40B4-BE49-F238E27FC236}">
                <a16:creationId xmlns:a16="http://schemas.microsoft.com/office/drawing/2014/main" id="{4ACDF114-02BD-4A37-9BE7-AA8094B7CD20}"/>
              </a:ext>
            </a:extLst>
          </p:cNvPr>
          <p:cNvSpPr>
            <a:spLocks noGrp="1"/>
          </p:cNvSpPr>
          <p:nvPr>
            <p:ph type="body" sz="quarter" idx="23" hasCustomPrompt="1"/>
          </p:nvPr>
        </p:nvSpPr>
        <p:spPr>
          <a:xfrm>
            <a:off x="6297329" y="2216293"/>
            <a:ext cx="1611892" cy="1151632"/>
          </a:xfrm>
          <a:prstGeom prst="rect">
            <a:avLst/>
          </a:prstGeom>
        </p:spPr>
        <p:txBody>
          <a:bodyPr anchor="ctr"/>
          <a:lstStyle>
            <a:lvl1pPr marL="0" indent="0" algn="ctr">
              <a:lnSpc>
                <a:spcPct val="100000"/>
              </a:lnSpc>
              <a:spcBef>
                <a:spcPts val="0"/>
              </a:spcBef>
              <a:buNone/>
              <a:defRPr sz="4000" cap="all" spc="400" baseline="0">
                <a:solidFill>
                  <a:schemeClr val="accent1">
                    <a:lumMod val="50000"/>
                    <a:lumOff val="50000"/>
                  </a:schemeClr>
                </a:solidFill>
                <a:latin typeface="+mj-lt"/>
              </a:defRPr>
            </a:lvl1pPr>
          </a:lstStyle>
          <a:p>
            <a:pPr lvl="0"/>
            <a:r>
              <a:rPr lang="en-US" dirty="0"/>
              <a:t>Add title</a:t>
            </a:r>
          </a:p>
        </p:txBody>
      </p:sp>
      <p:sp>
        <p:nvSpPr>
          <p:cNvPr id="48" name="Text Placeholder 10">
            <a:extLst>
              <a:ext uri="{FF2B5EF4-FFF2-40B4-BE49-F238E27FC236}">
                <a16:creationId xmlns:a16="http://schemas.microsoft.com/office/drawing/2014/main" id="{E3852728-C736-414F-BEC0-31AB3A704D1D}"/>
              </a:ext>
            </a:extLst>
          </p:cNvPr>
          <p:cNvSpPr>
            <a:spLocks noGrp="1"/>
          </p:cNvSpPr>
          <p:nvPr>
            <p:ph type="body" sz="quarter" idx="24" hasCustomPrompt="1"/>
          </p:nvPr>
        </p:nvSpPr>
        <p:spPr>
          <a:xfrm>
            <a:off x="8980856" y="2216293"/>
            <a:ext cx="1611892" cy="1151632"/>
          </a:xfrm>
          <a:prstGeom prst="rect">
            <a:avLst/>
          </a:prstGeom>
        </p:spPr>
        <p:txBody>
          <a:bodyPr anchor="ctr"/>
          <a:lstStyle>
            <a:lvl1pPr marL="0" indent="0" algn="ctr">
              <a:lnSpc>
                <a:spcPct val="100000"/>
              </a:lnSpc>
              <a:spcBef>
                <a:spcPts val="0"/>
              </a:spcBef>
              <a:buNone/>
              <a:defRPr sz="4000" cap="all" spc="400" baseline="0">
                <a:solidFill>
                  <a:schemeClr val="accent3"/>
                </a:solidFill>
                <a:latin typeface="+mj-lt"/>
              </a:defRPr>
            </a:lvl1pPr>
          </a:lstStyle>
          <a:p>
            <a:pPr lvl="0"/>
            <a:r>
              <a:rPr lang="en-US" dirty="0"/>
              <a:t>Add title</a:t>
            </a:r>
          </a:p>
        </p:txBody>
      </p:sp>
      <p:sp>
        <p:nvSpPr>
          <p:cNvPr id="37" name="Text Placeholder 14">
            <a:extLst>
              <a:ext uri="{FF2B5EF4-FFF2-40B4-BE49-F238E27FC236}">
                <a16:creationId xmlns:a16="http://schemas.microsoft.com/office/drawing/2014/main" id="{6B731840-A0DA-423D-9AD1-D542C17BA99A}"/>
              </a:ext>
            </a:extLst>
          </p:cNvPr>
          <p:cNvSpPr>
            <a:spLocks noGrp="1"/>
          </p:cNvSpPr>
          <p:nvPr>
            <p:ph type="body" sz="quarter" idx="12" hasCustomPrompt="1"/>
          </p:nvPr>
        </p:nvSpPr>
        <p:spPr>
          <a:xfrm>
            <a:off x="545026"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5"/>
                </a:solidFill>
                <a:latin typeface="+mj-lt"/>
              </a:defRPr>
            </a:lvl1pPr>
          </a:lstStyle>
          <a:p>
            <a:pPr lvl="0"/>
            <a:r>
              <a:rPr lang="en-US" dirty="0"/>
              <a:t>Click to add title</a:t>
            </a:r>
          </a:p>
        </p:txBody>
      </p:sp>
      <p:sp>
        <p:nvSpPr>
          <p:cNvPr id="38" name="Text Placeholder 14">
            <a:extLst>
              <a:ext uri="{FF2B5EF4-FFF2-40B4-BE49-F238E27FC236}">
                <a16:creationId xmlns:a16="http://schemas.microsoft.com/office/drawing/2014/main" id="{1E47A2D3-1E75-488B-A7B8-CB951C8CFBF3}"/>
              </a:ext>
            </a:extLst>
          </p:cNvPr>
          <p:cNvSpPr>
            <a:spLocks noGrp="1"/>
          </p:cNvSpPr>
          <p:nvPr>
            <p:ph type="body" sz="quarter" idx="13" hasCustomPrompt="1"/>
          </p:nvPr>
        </p:nvSpPr>
        <p:spPr>
          <a:xfrm>
            <a:off x="545026"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39" name="Text Placeholder 14">
            <a:extLst>
              <a:ext uri="{FF2B5EF4-FFF2-40B4-BE49-F238E27FC236}">
                <a16:creationId xmlns:a16="http://schemas.microsoft.com/office/drawing/2014/main" id="{2D6ADA9B-155A-4D54-8FCB-993ADEDA7934}"/>
              </a:ext>
            </a:extLst>
          </p:cNvPr>
          <p:cNvSpPr>
            <a:spLocks noGrp="1"/>
          </p:cNvSpPr>
          <p:nvPr>
            <p:ph type="body" sz="quarter" idx="15" hasCustomPrompt="1"/>
          </p:nvPr>
        </p:nvSpPr>
        <p:spPr>
          <a:xfrm>
            <a:off x="3228554"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6">
                    <a:lumMod val="75000"/>
                  </a:schemeClr>
                </a:solidFill>
                <a:latin typeface="+mj-lt"/>
              </a:defRPr>
            </a:lvl1pPr>
          </a:lstStyle>
          <a:p>
            <a:pPr lvl="0"/>
            <a:r>
              <a:rPr lang="en-US" dirty="0"/>
              <a:t>Click to add title</a:t>
            </a:r>
          </a:p>
        </p:txBody>
      </p:sp>
      <p:sp>
        <p:nvSpPr>
          <p:cNvPr id="40" name="Text Placeholder 14">
            <a:extLst>
              <a:ext uri="{FF2B5EF4-FFF2-40B4-BE49-F238E27FC236}">
                <a16:creationId xmlns:a16="http://schemas.microsoft.com/office/drawing/2014/main" id="{EF3CF6C8-7D4D-4E50-B616-0431BD4830E4}"/>
              </a:ext>
            </a:extLst>
          </p:cNvPr>
          <p:cNvSpPr>
            <a:spLocks noGrp="1"/>
          </p:cNvSpPr>
          <p:nvPr>
            <p:ph type="body" sz="quarter" idx="16" hasCustomPrompt="1"/>
          </p:nvPr>
        </p:nvSpPr>
        <p:spPr>
          <a:xfrm>
            <a:off x="3228554"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1" name="Text Placeholder 14">
            <a:extLst>
              <a:ext uri="{FF2B5EF4-FFF2-40B4-BE49-F238E27FC236}">
                <a16:creationId xmlns:a16="http://schemas.microsoft.com/office/drawing/2014/main" id="{1CDF49FC-54E3-44AE-A97C-193A25AD6CB3}"/>
              </a:ext>
            </a:extLst>
          </p:cNvPr>
          <p:cNvSpPr>
            <a:spLocks noGrp="1"/>
          </p:cNvSpPr>
          <p:nvPr>
            <p:ph type="body" sz="quarter" idx="17" hasCustomPrompt="1"/>
          </p:nvPr>
        </p:nvSpPr>
        <p:spPr>
          <a:xfrm>
            <a:off x="5912082"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1">
                    <a:lumMod val="50000"/>
                    <a:lumOff val="50000"/>
                  </a:schemeClr>
                </a:solidFill>
                <a:latin typeface="+mj-lt"/>
              </a:defRPr>
            </a:lvl1pPr>
          </a:lstStyle>
          <a:p>
            <a:pPr lvl="0"/>
            <a:r>
              <a:rPr lang="en-US" dirty="0"/>
              <a:t>Click to add title</a:t>
            </a:r>
          </a:p>
        </p:txBody>
      </p:sp>
      <p:sp>
        <p:nvSpPr>
          <p:cNvPr id="42" name="Text Placeholder 14">
            <a:extLst>
              <a:ext uri="{FF2B5EF4-FFF2-40B4-BE49-F238E27FC236}">
                <a16:creationId xmlns:a16="http://schemas.microsoft.com/office/drawing/2014/main" id="{742DE5D9-5D04-4F7F-9F34-704818185832}"/>
              </a:ext>
            </a:extLst>
          </p:cNvPr>
          <p:cNvSpPr>
            <a:spLocks noGrp="1"/>
          </p:cNvSpPr>
          <p:nvPr>
            <p:ph type="body" sz="quarter" idx="18" hasCustomPrompt="1"/>
          </p:nvPr>
        </p:nvSpPr>
        <p:spPr>
          <a:xfrm>
            <a:off x="5912082"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3" name="Text Placeholder 14">
            <a:extLst>
              <a:ext uri="{FF2B5EF4-FFF2-40B4-BE49-F238E27FC236}">
                <a16:creationId xmlns:a16="http://schemas.microsoft.com/office/drawing/2014/main" id="{5F0B8140-B940-4531-9562-8D79015D9413}"/>
              </a:ext>
            </a:extLst>
          </p:cNvPr>
          <p:cNvSpPr>
            <a:spLocks noGrp="1"/>
          </p:cNvSpPr>
          <p:nvPr>
            <p:ph type="body" sz="quarter" idx="19" hasCustomPrompt="1"/>
          </p:nvPr>
        </p:nvSpPr>
        <p:spPr>
          <a:xfrm>
            <a:off x="8595609"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3"/>
                </a:solidFill>
                <a:latin typeface="+mj-lt"/>
              </a:defRPr>
            </a:lvl1pPr>
          </a:lstStyle>
          <a:p>
            <a:pPr lvl="0"/>
            <a:r>
              <a:rPr lang="en-US" dirty="0"/>
              <a:t>Click to add title</a:t>
            </a:r>
          </a:p>
        </p:txBody>
      </p:sp>
      <p:sp>
        <p:nvSpPr>
          <p:cNvPr id="44" name="Text Placeholder 14">
            <a:extLst>
              <a:ext uri="{FF2B5EF4-FFF2-40B4-BE49-F238E27FC236}">
                <a16:creationId xmlns:a16="http://schemas.microsoft.com/office/drawing/2014/main" id="{849CC034-065E-48F0-985D-B80C15200238}"/>
              </a:ext>
            </a:extLst>
          </p:cNvPr>
          <p:cNvSpPr>
            <a:spLocks noGrp="1"/>
          </p:cNvSpPr>
          <p:nvPr>
            <p:ph type="body" sz="quarter" idx="20" hasCustomPrompt="1"/>
          </p:nvPr>
        </p:nvSpPr>
        <p:spPr>
          <a:xfrm>
            <a:off x="8595609"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12" name="Footer Placeholder 15">
            <a:extLst>
              <a:ext uri="{FF2B5EF4-FFF2-40B4-BE49-F238E27FC236}">
                <a16:creationId xmlns:a16="http://schemas.microsoft.com/office/drawing/2014/main" id="{8035ED58-36EB-4147-BCAF-919ADD4DD583}"/>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7D46932B-0FD6-4226-B251-4B8154612142}"/>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56763F7F-D8C0-4AC6-96D0-C445984C5CB1}"/>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7382815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3BA4599-9856-44E7-A2B6-2354614AF73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B14DA-64F0-4FA7-9A51-F4DB18154D7E}"/>
              </a:ext>
            </a:extLst>
          </p:cNvPr>
          <p:cNvSpPr>
            <a:spLocks noGrp="1"/>
          </p:cNvSpPr>
          <p:nvPr>
            <p:ph type="title" hasCustomPrompt="1"/>
          </p:nvPr>
        </p:nvSpPr>
        <p:spPr>
          <a:xfrm>
            <a:off x="5679441" y="1259911"/>
            <a:ext cx="5124189" cy="492302"/>
          </a:xfrm>
          <a:prstGeom prst="rect">
            <a:avLst/>
          </a:prstGeom>
        </p:spPr>
        <p:txBody>
          <a:bodyPr/>
          <a:lstStyle>
            <a:lvl1pPr>
              <a:defRPr sz="2800" cap="all" spc="400" baseline="0">
                <a:solidFill>
                  <a:schemeClr val="accent6"/>
                </a:solidFill>
              </a:defRPr>
            </a:lvl1pPr>
          </a:lstStyle>
          <a:p>
            <a:r>
              <a:rPr lang="en-US" dirty="0"/>
              <a:t>Click to add title</a:t>
            </a:r>
          </a:p>
        </p:txBody>
      </p:sp>
      <p:sp>
        <p:nvSpPr>
          <p:cNvPr id="17" name="Text Placeholder 14">
            <a:extLst>
              <a:ext uri="{FF2B5EF4-FFF2-40B4-BE49-F238E27FC236}">
                <a16:creationId xmlns:a16="http://schemas.microsoft.com/office/drawing/2014/main" id="{DC4C8188-3DF6-4730-A43A-B789F03449DA}"/>
              </a:ext>
            </a:extLst>
          </p:cNvPr>
          <p:cNvSpPr>
            <a:spLocks noGrp="1"/>
          </p:cNvSpPr>
          <p:nvPr>
            <p:ph type="body" sz="quarter" idx="14" hasCustomPrompt="1"/>
          </p:nvPr>
        </p:nvSpPr>
        <p:spPr>
          <a:xfrm>
            <a:off x="5679441" y="1752212"/>
            <a:ext cx="4856479" cy="2413388"/>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13" name="Footer Placeholder 15">
            <a:extLst>
              <a:ext uri="{FF2B5EF4-FFF2-40B4-BE49-F238E27FC236}">
                <a16:creationId xmlns:a16="http://schemas.microsoft.com/office/drawing/2014/main" id="{E06D1BDE-6908-49BA-9900-53DFFF4B1E1B}"/>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4" name="Slide Number Placeholder 16">
            <a:extLst>
              <a:ext uri="{FF2B5EF4-FFF2-40B4-BE49-F238E27FC236}">
                <a16:creationId xmlns:a16="http://schemas.microsoft.com/office/drawing/2014/main" id="{1C3470F5-DE33-49A4-AE82-D8EA10A4FC5F}"/>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5" name="Date Placeholder 14">
            <a:extLst>
              <a:ext uri="{FF2B5EF4-FFF2-40B4-BE49-F238E27FC236}">
                <a16:creationId xmlns:a16="http://schemas.microsoft.com/office/drawing/2014/main" id="{63DCFC99-67D1-468A-8498-B3C1C90B4CF3}"/>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18344077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E551AED-617A-4A51-AA8F-586F3703B7F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60DB23A-E569-444D-8607-FD404EECF3BA}"/>
              </a:ext>
            </a:extLst>
          </p:cNvPr>
          <p:cNvSpPr>
            <a:spLocks noGrp="1"/>
          </p:cNvSpPr>
          <p:nvPr>
            <p:ph type="title" hasCustomPrompt="1"/>
          </p:nvPr>
        </p:nvSpPr>
        <p:spPr>
          <a:xfrm>
            <a:off x="1026850" y="563671"/>
            <a:ext cx="4989629" cy="2387771"/>
          </a:xfrm>
          <a:prstGeom prst="rect">
            <a:avLst/>
          </a:prstGeom>
        </p:spPr>
        <p:txBody>
          <a:bodyPr anchor="b"/>
          <a:lstStyle>
            <a:lvl1pPr algn="ctr">
              <a:defRPr sz="4800" cap="all" spc="400" baseline="0">
                <a:solidFill>
                  <a:schemeClr val="accent6"/>
                </a:solidFill>
              </a:defRPr>
            </a:lvl1pPr>
          </a:lstStyle>
          <a:p>
            <a:r>
              <a:rPr lang="en-US" dirty="0"/>
              <a:t>Click to add title</a:t>
            </a:r>
          </a:p>
        </p:txBody>
      </p:sp>
      <p:sp>
        <p:nvSpPr>
          <p:cNvPr id="10" name="Text Placeholder 13">
            <a:extLst>
              <a:ext uri="{FF2B5EF4-FFF2-40B4-BE49-F238E27FC236}">
                <a16:creationId xmlns:a16="http://schemas.microsoft.com/office/drawing/2014/main" id="{72B0D3D1-FC7B-43D5-B514-082D63A90ED1}"/>
              </a:ext>
            </a:extLst>
          </p:cNvPr>
          <p:cNvSpPr>
            <a:spLocks noGrp="1"/>
          </p:cNvSpPr>
          <p:nvPr>
            <p:ph type="body" sz="quarter" idx="12" hasCustomPrompt="1"/>
          </p:nvPr>
        </p:nvSpPr>
        <p:spPr>
          <a:xfrm>
            <a:off x="1026852" y="3531676"/>
            <a:ext cx="4989628" cy="1756576"/>
          </a:xfrm>
          <a:prstGeom prst="rect">
            <a:avLst/>
          </a:prstGeom>
        </p:spPr>
        <p:txBody>
          <a:bodyPr>
            <a:normAutofit/>
          </a:bodyPr>
          <a:lstStyle>
            <a:lvl1pPr marL="0" indent="0" algn="ctr">
              <a:lnSpc>
                <a:spcPct val="150000"/>
              </a:lnSpc>
              <a:spcBef>
                <a:spcPts val="0"/>
              </a:spcBef>
              <a:buNone/>
              <a:defRPr sz="1800" i="0">
                <a:solidFill>
                  <a:schemeClr val="bg1"/>
                </a:solidFill>
              </a:defRPr>
            </a:lvl1pPr>
          </a:lstStyle>
          <a:p>
            <a:pPr lvl="0"/>
            <a:r>
              <a:rPr lang="en-US" dirty="0"/>
              <a:t>Click to add subtitle</a:t>
            </a:r>
          </a:p>
        </p:txBody>
      </p:sp>
      <p:sp>
        <p:nvSpPr>
          <p:cNvPr id="12" name="Footer Placeholder 15">
            <a:extLst>
              <a:ext uri="{FF2B5EF4-FFF2-40B4-BE49-F238E27FC236}">
                <a16:creationId xmlns:a16="http://schemas.microsoft.com/office/drawing/2014/main" id="{CC2E4653-FDDE-4AC5-A23D-4269479ADCAE}"/>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C3F5CE00-2FB1-4930-8D2C-DB4DFDB2FD40}"/>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2CEBC169-C2E2-4153-8A08-6B982C0D542B}"/>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dirty="0"/>
              <a:t>May 21, 20XX</a:t>
            </a:r>
          </a:p>
        </p:txBody>
      </p:sp>
    </p:spTree>
    <p:extLst>
      <p:ext uri="{BB962C8B-B14F-4D97-AF65-F5344CB8AC3E}">
        <p14:creationId xmlns:p14="http://schemas.microsoft.com/office/powerpoint/2010/main" val="798880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3" name="Footer Placeholder 15">
            <a:extLst>
              <a:ext uri="{FF2B5EF4-FFF2-40B4-BE49-F238E27FC236}">
                <a16:creationId xmlns:a16="http://schemas.microsoft.com/office/drawing/2014/main" id="{710F293A-37AC-4A72-A56D-2A65F8EA2CEE}"/>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4" name="Slide Number Placeholder 16">
            <a:extLst>
              <a:ext uri="{FF2B5EF4-FFF2-40B4-BE49-F238E27FC236}">
                <a16:creationId xmlns:a16="http://schemas.microsoft.com/office/drawing/2014/main" id="{EE0BB053-ED5B-47E1-ABB2-815094654C14}"/>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5" name="Date Placeholder 14">
            <a:extLst>
              <a:ext uri="{FF2B5EF4-FFF2-40B4-BE49-F238E27FC236}">
                <a16:creationId xmlns:a16="http://schemas.microsoft.com/office/drawing/2014/main" id="{790B7F12-A295-4495-AE4A-7640863C8828}"/>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1322357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1C44412-AA84-403C-A202-EAB7F3C81B03}"/>
              </a:ext>
            </a:extLst>
          </p:cNvPr>
          <p:cNvSpPr>
            <a:spLocks noGrp="1"/>
          </p:cNvSpPr>
          <p:nvPr>
            <p:ph type="title"/>
          </p:nvPr>
        </p:nvSpPr>
        <p:spPr>
          <a:xfrm>
            <a:off x="825674" y="713985"/>
            <a:ext cx="4989628" cy="3470206"/>
          </a:xfrm>
        </p:spPr>
        <p:txBody>
          <a:bodyPr/>
          <a:lstStyle/>
          <a:p>
            <a:r>
              <a:rPr lang="en-US" dirty="0"/>
              <a:t>Blended learning system with syllabus mapping</a:t>
            </a:r>
          </a:p>
        </p:txBody>
      </p:sp>
      <p:sp>
        <p:nvSpPr>
          <p:cNvPr id="13" name="Text Placeholder 12">
            <a:extLst>
              <a:ext uri="{FF2B5EF4-FFF2-40B4-BE49-F238E27FC236}">
                <a16:creationId xmlns:a16="http://schemas.microsoft.com/office/drawing/2014/main" id="{88D1462E-973D-4427-A664-EF751DF59796}"/>
              </a:ext>
            </a:extLst>
          </p:cNvPr>
          <p:cNvSpPr>
            <a:spLocks noGrp="1"/>
          </p:cNvSpPr>
          <p:nvPr>
            <p:ph type="body" sz="quarter" idx="12"/>
          </p:nvPr>
        </p:nvSpPr>
        <p:spPr>
          <a:xfrm>
            <a:off x="825674" y="4083485"/>
            <a:ext cx="4989628" cy="1793549"/>
          </a:xfrm>
        </p:spPr>
        <p:txBody>
          <a:bodyPr>
            <a:normAutofit/>
          </a:bodyPr>
          <a:lstStyle/>
          <a:p>
            <a:r>
              <a:rPr lang="en-US" dirty="0"/>
              <a:t>Members: Sherry Lou </a:t>
            </a:r>
            <a:r>
              <a:rPr lang="en-US" dirty="0" err="1"/>
              <a:t>Belanio</a:t>
            </a:r>
            <a:endParaRPr lang="en-US" dirty="0"/>
          </a:p>
          <a:p>
            <a:r>
              <a:rPr lang="en-US" dirty="0"/>
              <a:t>                    Margaux </a:t>
            </a:r>
            <a:r>
              <a:rPr lang="en-US" dirty="0" err="1"/>
              <a:t>Emmanualle</a:t>
            </a:r>
            <a:r>
              <a:rPr lang="en-US" dirty="0"/>
              <a:t> </a:t>
            </a:r>
            <a:r>
              <a:rPr lang="en-US" dirty="0" err="1"/>
              <a:t>Nomat</a:t>
            </a:r>
            <a:endParaRPr lang="en-US" dirty="0"/>
          </a:p>
          <a:p>
            <a:r>
              <a:rPr lang="en-US" dirty="0"/>
              <a:t>                    Justine Joy Deniola</a:t>
            </a:r>
          </a:p>
          <a:p>
            <a:r>
              <a:rPr lang="en-US" dirty="0"/>
              <a:t>                    Cristian </a:t>
            </a:r>
            <a:r>
              <a:rPr lang="en-US" dirty="0" err="1"/>
              <a:t>Demateo</a:t>
            </a:r>
            <a:endParaRPr lang="en-US" dirty="0"/>
          </a:p>
        </p:txBody>
      </p:sp>
    </p:spTree>
    <p:extLst>
      <p:ext uri="{BB962C8B-B14F-4D97-AF65-F5344CB8AC3E}">
        <p14:creationId xmlns:p14="http://schemas.microsoft.com/office/powerpoint/2010/main" val="4041433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AC2324A2-9A57-4433-8C66-C17D1D2703BF}"/>
              </a:ext>
            </a:extLst>
          </p:cNvPr>
          <p:cNvSpPr>
            <a:spLocks noGrp="1"/>
          </p:cNvSpPr>
          <p:nvPr>
            <p:ph type="title"/>
          </p:nvPr>
        </p:nvSpPr>
        <p:spPr>
          <a:xfrm>
            <a:off x="580885" y="162770"/>
            <a:ext cx="4579970" cy="1215024"/>
          </a:xfrm>
        </p:spPr>
        <p:txBody>
          <a:bodyPr/>
          <a:lstStyle/>
          <a:p>
            <a:r>
              <a:rPr lang="en-US" dirty="0"/>
              <a:t>STEP 1: DEFINING THE SYSTEM GOALS</a:t>
            </a:r>
            <a:br>
              <a:rPr lang="en-US" dirty="0"/>
            </a:br>
            <a:endParaRPr lang="en-US" dirty="0"/>
          </a:p>
        </p:txBody>
      </p:sp>
      <p:sp>
        <p:nvSpPr>
          <p:cNvPr id="59" name="Text Placeholder 58">
            <a:extLst>
              <a:ext uri="{FF2B5EF4-FFF2-40B4-BE49-F238E27FC236}">
                <a16:creationId xmlns:a16="http://schemas.microsoft.com/office/drawing/2014/main" id="{FDAF9C5E-FFD5-49FC-9788-18CE8F0958C1}"/>
              </a:ext>
            </a:extLst>
          </p:cNvPr>
          <p:cNvSpPr>
            <a:spLocks noGrp="1"/>
          </p:cNvSpPr>
          <p:nvPr>
            <p:ph type="body" sz="quarter" idx="12"/>
          </p:nvPr>
        </p:nvSpPr>
        <p:spPr>
          <a:xfrm>
            <a:off x="580885" y="983225"/>
            <a:ext cx="10589492" cy="5874775"/>
          </a:xfrm>
        </p:spPr>
        <p:txBody>
          <a:bodyPr/>
          <a:lstStyle/>
          <a:p>
            <a:r>
              <a:rPr lang="en-US" sz="2500" b="1" dirty="0"/>
              <a:t>* The proposed system aims to improve the current blended learning process at I-Tech College Inc.</a:t>
            </a:r>
          </a:p>
          <a:p>
            <a:r>
              <a:rPr lang="en-US" sz="2500" b="1" dirty="0"/>
              <a:t>* To provide a centralized platform for managing courses, learning materials, activities, and assessments.</a:t>
            </a:r>
          </a:p>
          <a:p>
            <a:r>
              <a:rPr lang="en-US" sz="2500" b="1" dirty="0"/>
              <a:t>* To integrate syllabus mapping by connecting Intended Learning Outcomes with lessons, activities, and assessments.</a:t>
            </a:r>
          </a:p>
          <a:p>
            <a:r>
              <a:rPr lang="en-US" sz="2500" b="1" dirty="0"/>
              <a:t>* To help instructors monitor the alignment and attainment of learning outcomes.</a:t>
            </a:r>
          </a:p>
          <a:p>
            <a:r>
              <a:rPr lang="en-US" sz="2500" b="1" dirty="0"/>
              <a:t>* To provide students with organized access to learning resources and assessments.</a:t>
            </a:r>
          </a:p>
          <a:p>
            <a:endParaRPr lang="en-US" dirty="0"/>
          </a:p>
        </p:txBody>
      </p:sp>
      <p:sp>
        <p:nvSpPr>
          <p:cNvPr id="10" name="Footer Placeholder 9">
            <a:extLst>
              <a:ext uri="{FF2B5EF4-FFF2-40B4-BE49-F238E27FC236}">
                <a16:creationId xmlns:a16="http://schemas.microsoft.com/office/drawing/2014/main" id="{B2981E3D-54C8-4A85-9DAB-CE41C50EA30D}"/>
              </a:ext>
            </a:extLst>
          </p:cNvPr>
          <p:cNvSpPr>
            <a:spLocks noGrp="1"/>
          </p:cNvSpPr>
          <p:nvPr>
            <p:ph type="ftr" sz="quarter" idx="3"/>
          </p:nvPr>
        </p:nvSpPr>
        <p:spPr>
          <a:xfrm rot="5400000">
            <a:off x="10541127" y="1408176"/>
            <a:ext cx="2770499" cy="365125"/>
          </a:xfrm>
        </p:spPr>
        <p:txBody>
          <a:bodyPr/>
          <a:lstStyle/>
          <a:p>
            <a:r>
              <a:rPr lang="en-US" dirty="0"/>
              <a:t>PRESENTATION TITLE</a:t>
            </a:r>
          </a:p>
        </p:txBody>
      </p:sp>
      <p:sp>
        <p:nvSpPr>
          <p:cNvPr id="11" name="Slide Number Placeholder 10">
            <a:extLst>
              <a:ext uri="{FF2B5EF4-FFF2-40B4-BE49-F238E27FC236}">
                <a16:creationId xmlns:a16="http://schemas.microsoft.com/office/drawing/2014/main" id="{122A69A8-1CA3-486A-A675-DB22FF0D4A74}"/>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2</a:t>
            </a:fld>
            <a:endParaRPr lang="en-US" dirty="0"/>
          </a:p>
        </p:txBody>
      </p:sp>
      <p:sp>
        <p:nvSpPr>
          <p:cNvPr id="35" name="Date Placeholder 34">
            <a:extLst>
              <a:ext uri="{FF2B5EF4-FFF2-40B4-BE49-F238E27FC236}">
                <a16:creationId xmlns:a16="http://schemas.microsoft.com/office/drawing/2014/main" id="{3802946B-CCE3-410C-94E7-47B2DFBB5F71}"/>
              </a:ext>
            </a:extLst>
          </p:cNvPr>
          <p:cNvSpPr>
            <a:spLocks noGrp="1"/>
          </p:cNvSpPr>
          <p:nvPr>
            <p:ph type="dt" sz="half" idx="2"/>
          </p:nvPr>
        </p:nvSpPr>
        <p:spPr>
          <a:xfrm rot="5400000">
            <a:off x="10595991" y="5074920"/>
            <a:ext cx="2647667" cy="365125"/>
          </a:xfrm>
        </p:spPr>
        <p:txBody>
          <a:bodyPr/>
          <a:lstStyle/>
          <a:p>
            <a:r>
              <a:rPr lang="en-US" dirty="0"/>
              <a:t>May 21, 20XX</a:t>
            </a:r>
          </a:p>
        </p:txBody>
      </p:sp>
    </p:spTree>
    <p:extLst>
      <p:ext uri="{BB962C8B-B14F-4D97-AF65-F5344CB8AC3E}">
        <p14:creationId xmlns:p14="http://schemas.microsoft.com/office/powerpoint/2010/main" val="2184235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3DE22AEE-5FE7-411E-BE12-05628BC028BA}"/>
              </a:ext>
            </a:extLst>
          </p:cNvPr>
          <p:cNvSpPr>
            <a:spLocks noGrp="1"/>
          </p:cNvSpPr>
          <p:nvPr>
            <p:ph type="title"/>
          </p:nvPr>
        </p:nvSpPr>
        <p:spPr>
          <a:xfrm>
            <a:off x="2538830" y="181377"/>
            <a:ext cx="7556745" cy="891111"/>
          </a:xfrm>
        </p:spPr>
        <p:txBody>
          <a:bodyPr/>
          <a:lstStyle/>
          <a:p>
            <a:r>
              <a:rPr lang="en-US" b="1" dirty="0"/>
              <a:t>Step 2: Define Related Architectural Goals</a:t>
            </a:r>
            <a:br>
              <a:rPr lang="en-US" b="1" dirty="0"/>
            </a:br>
            <a:endParaRPr lang="en-US" b="1" dirty="0"/>
          </a:p>
        </p:txBody>
      </p:sp>
      <p:sp>
        <p:nvSpPr>
          <p:cNvPr id="41" name="Text Placeholder 40">
            <a:extLst>
              <a:ext uri="{FF2B5EF4-FFF2-40B4-BE49-F238E27FC236}">
                <a16:creationId xmlns:a16="http://schemas.microsoft.com/office/drawing/2014/main" id="{13DF91CF-444A-4959-91C5-62172E643BD0}"/>
              </a:ext>
            </a:extLst>
          </p:cNvPr>
          <p:cNvSpPr>
            <a:spLocks noGrp="1"/>
          </p:cNvSpPr>
          <p:nvPr>
            <p:ph type="body" sz="quarter" idx="22"/>
          </p:nvPr>
        </p:nvSpPr>
        <p:spPr>
          <a:xfrm>
            <a:off x="1719492" y="1842589"/>
            <a:ext cx="2684786" cy="599986"/>
          </a:xfrm>
        </p:spPr>
        <p:txBody>
          <a:bodyPr/>
          <a:lstStyle/>
          <a:p>
            <a:pPr algn="ctr"/>
            <a:r>
              <a:rPr lang="en-US" b="1" dirty="0"/>
              <a:t> Administrator</a:t>
            </a:r>
          </a:p>
        </p:txBody>
      </p:sp>
      <p:sp>
        <p:nvSpPr>
          <p:cNvPr id="42" name="Text Placeholder 41">
            <a:extLst>
              <a:ext uri="{FF2B5EF4-FFF2-40B4-BE49-F238E27FC236}">
                <a16:creationId xmlns:a16="http://schemas.microsoft.com/office/drawing/2014/main" id="{933753EF-34D5-413D-B330-9D63C1E264BB}"/>
              </a:ext>
            </a:extLst>
          </p:cNvPr>
          <p:cNvSpPr>
            <a:spLocks noGrp="1"/>
          </p:cNvSpPr>
          <p:nvPr>
            <p:ph type="body" sz="quarter" idx="15"/>
          </p:nvPr>
        </p:nvSpPr>
        <p:spPr>
          <a:xfrm>
            <a:off x="1783223" y="2293746"/>
            <a:ext cx="2819158" cy="3258925"/>
          </a:xfrm>
        </p:spPr>
        <p:txBody>
          <a:bodyPr/>
          <a:lstStyle/>
          <a:p>
            <a:r>
              <a:rPr lang="en-US" sz="2400" b="1" dirty="0"/>
              <a:t>Manage users, add users, manage syllabus records, and monitor reports.</a:t>
            </a:r>
          </a:p>
        </p:txBody>
      </p:sp>
      <p:sp>
        <p:nvSpPr>
          <p:cNvPr id="13" name="Text Placeholder 12">
            <a:extLst>
              <a:ext uri="{FF2B5EF4-FFF2-40B4-BE49-F238E27FC236}">
                <a16:creationId xmlns:a16="http://schemas.microsoft.com/office/drawing/2014/main" id="{DE843243-D5AF-4FB8-A0B6-47BAF2CEE0EC}"/>
              </a:ext>
            </a:extLst>
          </p:cNvPr>
          <p:cNvSpPr>
            <a:spLocks noGrp="1"/>
          </p:cNvSpPr>
          <p:nvPr>
            <p:ph type="body" sz="quarter" idx="12"/>
          </p:nvPr>
        </p:nvSpPr>
        <p:spPr>
          <a:xfrm>
            <a:off x="8978597" y="1816235"/>
            <a:ext cx="2181235" cy="305834"/>
          </a:xfrm>
        </p:spPr>
        <p:txBody>
          <a:bodyPr/>
          <a:lstStyle/>
          <a:p>
            <a:r>
              <a:rPr lang="en-US" b="1" dirty="0"/>
              <a:t>Student</a:t>
            </a:r>
          </a:p>
        </p:txBody>
      </p:sp>
      <p:sp>
        <p:nvSpPr>
          <p:cNvPr id="14" name="Text Placeholder 13">
            <a:extLst>
              <a:ext uri="{FF2B5EF4-FFF2-40B4-BE49-F238E27FC236}">
                <a16:creationId xmlns:a16="http://schemas.microsoft.com/office/drawing/2014/main" id="{D656B4F7-80AA-4955-8984-D9DA3B536EBF}"/>
              </a:ext>
            </a:extLst>
          </p:cNvPr>
          <p:cNvSpPr>
            <a:spLocks noGrp="1"/>
          </p:cNvSpPr>
          <p:nvPr>
            <p:ph type="body" sz="quarter" idx="13"/>
          </p:nvPr>
        </p:nvSpPr>
        <p:spPr>
          <a:xfrm>
            <a:off x="8678865" y="2293746"/>
            <a:ext cx="3387489" cy="3240598"/>
          </a:xfrm>
        </p:spPr>
        <p:txBody>
          <a:bodyPr/>
          <a:lstStyle/>
          <a:p>
            <a:r>
              <a:rPr lang="en-US" sz="2300" b="1" dirty="0"/>
              <a:t>Access courses and learning </a:t>
            </a:r>
            <a:r>
              <a:rPr lang="en-US" sz="2400" b="1" dirty="0"/>
              <a:t>materials</a:t>
            </a:r>
          </a:p>
          <a:p>
            <a:r>
              <a:rPr lang="en-US" sz="2300" b="1" dirty="0"/>
              <a:t>Participate in activities</a:t>
            </a:r>
          </a:p>
          <a:p>
            <a:r>
              <a:rPr lang="en-US" sz="2300" b="1" dirty="0"/>
              <a:t>Take assessments</a:t>
            </a:r>
          </a:p>
          <a:p>
            <a:r>
              <a:rPr lang="en-US" sz="2300" b="1" dirty="0"/>
              <a:t>Monitor learning progress</a:t>
            </a:r>
          </a:p>
          <a:p>
            <a:endParaRPr lang="en-US" dirty="0"/>
          </a:p>
        </p:txBody>
      </p:sp>
      <p:sp>
        <p:nvSpPr>
          <p:cNvPr id="43" name="Text Placeholder 42">
            <a:extLst>
              <a:ext uri="{FF2B5EF4-FFF2-40B4-BE49-F238E27FC236}">
                <a16:creationId xmlns:a16="http://schemas.microsoft.com/office/drawing/2014/main" id="{F1C997B7-3BCB-422D-B850-6AD06C8FB9D1}"/>
              </a:ext>
            </a:extLst>
          </p:cNvPr>
          <p:cNvSpPr>
            <a:spLocks noGrp="1"/>
          </p:cNvSpPr>
          <p:nvPr>
            <p:ph type="body" sz="quarter" idx="23"/>
          </p:nvPr>
        </p:nvSpPr>
        <p:spPr>
          <a:xfrm>
            <a:off x="5551661" y="1842589"/>
            <a:ext cx="1913290" cy="451157"/>
          </a:xfrm>
        </p:spPr>
        <p:txBody>
          <a:bodyPr/>
          <a:lstStyle/>
          <a:p>
            <a:r>
              <a:rPr lang="en-US" b="1" dirty="0"/>
              <a:t>Instructor</a:t>
            </a:r>
          </a:p>
        </p:txBody>
      </p:sp>
      <p:sp>
        <p:nvSpPr>
          <p:cNvPr id="58" name="Text Placeholder 57">
            <a:extLst>
              <a:ext uri="{FF2B5EF4-FFF2-40B4-BE49-F238E27FC236}">
                <a16:creationId xmlns:a16="http://schemas.microsoft.com/office/drawing/2014/main" id="{82CC08AE-1854-427C-A409-844DADA8D46C}"/>
              </a:ext>
            </a:extLst>
          </p:cNvPr>
          <p:cNvSpPr>
            <a:spLocks noGrp="1"/>
          </p:cNvSpPr>
          <p:nvPr>
            <p:ph type="body" sz="quarter" idx="17"/>
          </p:nvPr>
        </p:nvSpPr>
        <p:spPr>
          <a:xfrm>
            <a:off x="4526999" y="2293746"/>
            <a:ext cx="4085336" cy="4624725"/>
          </a:xfrm>
        </p:spPr>
        <p:txBody>
          <a:bodyPr/>
          <a:lstStyle/>
          <a:p>
            <a:r>
              <a:rPr lang="en-US" sz="2400" b="1" dirty="0"/>
              <a:t>Create and manage courses</a:t>
            </a:r>
          </a:p>
          <a:p>
            <a:r>
              <a:rPr lang="en-US" sz="2400" b="1" dirty="0"/>
              <a:t>Encode syllabus and Intended Learning Outcomes</a:t>
            </a:r>
          </a:p>
          <a:p>
            <a:r>
              <a:rPr lang="en-US" sz="2400" b="1" dirty="0"/>
              <a:t> Upload learning materials</a:t>
            </a:r>
          </a:p>
          <a:p>
            <a:r>
              <a:rPr lang="en-US" sz="2400" b="1" dirty="0"/>
              <a:t> Map lessons, activities, and assessments to outcomes</a:t>
            </a:r>
          </a:p>
          <a:p>
            <a:r>
              <a:rPr lang="en-US" sz="2400" b="1" dirty="0"/>
              <a:t>Monitor student performance</a:t>
            </a:r>
          </a:p>
        </p:txBody>
      </p:sp>
      <p:sp>
        <p:nvSpPr>
          <p:cNvPr id="6" name="Footer Placeholder 5">
            <a:extLst>
              <a:ext uri="{FF2B5EF4-FFF2-40B4-BE49-F238E27FC236}">
                <a16:creationId xmlns:a16="http://schemas.microsoft.com/office/drawing/2014/main" id="{B1F0E6E7-FE9E-4C88-8036-BAF0835CC4D8}"/>
              </a:ext>
            </a:extLst>
          </p:cNvPr>
          <p:cNvSpPr>
            <a:spLocks noGrp="1"/>
          </p:cNvSpPr>
          <p:nvPr>
            <p:ph type="ftr" sz="quarter" idx="3"/>
          </p:nvPr>
        </p:nvSpPr>
        <p:spPr>
          <a:xfrm rot="5400000">
            <a:off x="10541127" y="1408176"/>
            <a:ext cx="2770499" cy="365125"/>
          </a:xfrm>
        </p:spPr>
        <p:txBody>
          <a:bodyPr/>
          <a:lstStyle/>
          <a:p>
            <a:r>
              <a:rPr lang="en-US" dirty="0"/>
              <a:t>PRESENTATION TITLE</a:t>
            </a:r>
          </a:p>
        </p:txBody>
      </p:sp>
      <p:sp>
        <p:nvSpPr>
          <p:cNvPr id="7" name="Slide Number Placeholder 6">
            <a:extLst>
              <a:ext uri="{FF2B5EF4-FFF2-40B4-BE49-F238E27FC236}">
                <a16:creationId xmlns:a16="http://schemas.microsoft.com/office/drawing/2014/main" id="{6944EF00-08F5-4EC2-87BC-9CA90D8251D5}"/>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3</a:t>
            </a:fld>
            <a:endParaRPr lang="en-US" dirty="0"/>
          </a:p>
        </p:txBody>
      </p:sp>
      <p:sp>
        <p:nvSpPr>
          <p:cNvPr id="76" name="Date Placeholder 75">
            <a:extLst>
              <a:ext uri="{FF2B5EF4-FFF2-40B4-BE49-F238E27FC236}">
                <a16:creationId xmlns:a16="http://schemas.microsoft.com/office/drawing/2014/main" id="{AA6DE5DF-92EA-4EA8-B311-E5E4A8C2A01E}"/>
              </a:ext>
            </a:extLst>
          </p:cNvPr>
          <p:cNvSpPr>
            <a:spLocks noGrp="1"/>
          </p:cNvSpPr>
          <p:nvPr>
            <p:ph type="dt" sz="half" idx="2"/>
          </p:nvPr>
        </p:nvSpPr>
        <p:spPr>
          <a:xfrm rot="5400000">
            <a:off x="10595991" y="5074920"/>
            <a:ext cx="2647667" cy="365125"/>
          </a:xfrm>
        </p:spPr>
        <p:txBody>
          <a:bodyPr/>
          <a:lstStyle/>
          <a:p>
            <a:r>
              <a:rPr lang="en-US" dirty="0"/>
              <a:t>May 21, 20XX</a:t>
            </a:r>
          </a:p>
        </p:txBody>
      </p:sp>
      <p:pic>
        <p:nvPicPr>
          <p:cNvPr id="12" name="Picture 11">
            <a:extLst>
              <a:ext uri="{FF2B5EF4-FFF2-40B4-BE49-F238E27FC236}">
                <a16:creationId xmlns:a16="http://schemas.microsoft.com/office/drawing/2014/main" id="{E630E8EA-132D-24EB-20AA-2351D2ABAB94}"/>
              </a:ext>
            </a:extLst>
          </p:cNvPr>
          <p:cNvPicPr>
            <a:picLocks noChangeAspect="1"/>
          </p:cNvPicPr>
          <p:nvPr/>
        </p:nvPicPr>
        <p:blipFill>
          <a:blip r:embed="rId3"/>
          <a:stretch>
            <a:fillRect/>
          </a:stretch>
        </p:blipFill>
        <p:spPr>
          <a:xfrm>
            <a:off x="2390651" y="982177"/>
            <a:ext cx="8529043" cy="932769"/>
          </a:xfrm>
          <a:prstGeom prst="rect">
            <a:avLst/>
          </a:prstGeom>
        </p:spPr>
      </p:pic>
    </p:spTree>
    <p:extLst>
      <p:ext uri="{BB962C8B-B14F-4D97-AF65-F5344CB8AC3E}">
        <p14:creationId xmlns:p14="http://schemas.microsoft.com/office/powerpoint/2010/main" val="3109501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F92EC24E-3E0A-471B-9A70-B29306D2DABB}"/>
              </a:ext>
            </a:extLst>
          </p:cNvPr>
          <p:cNvSpPr>
            <a:spLocks noGrp="1"/>
          </p:cNvSpPr>
          <p:nvPr>
            <p:ph type="title"/>
          </p:nvPr>
        </p:nvSpPr>
        <p:spPr>
          <a:xfrm>
            <a:off x="2996148" y="205489"/>
            <a:ext cx="6598787" cy="881996"/>
          </a:xfrm>
        </p:spPr>
        <p:txBody>
          <a:bodyPr/>
          <a:lstStyle/>
          <a:p>
            <a:r>
              <a:rPr lang="en-US" dirty="0"/>
              <a:t>Step 3: Apply System to Infrastructure Framework</a:t>
            </a:r>
          </a:p>
        </p:txBody>
      </p:sp>
      <p:sp>
        <p:nvSpPr>
          <p:cNvPr id="39" name="Text Placeholder 38">
            <a:extLst>
              <a:ext uri="{FF2B5EF4-FFF2-40B4-BE49-F238E27FC236}">
                <a16:creationId xmlns:a16="http://schemas.microsoft.com/office/drawing/2014/main" id="{2B0040E8-BBFE-4B5E-9ADF-88F6C234CBAB}"/>
              </a:ext>
            </a:extLst>
          </p:cNvPr>
          <p:cNvSpPr>
            <a:spLocks noGrp="1"/>
          </p:cNvSpPr>
          <p:nvPr>
            <p:ph type="body" sz="quarter" idx="22"/>
          </p:nvPr>
        </p:nvSpPr>
        <p:spPr>
          <a:xfrm>
            <a:off x="127070" y="786552"/>
            <a:ext cx="11610191" cy="6300591"/>
          </a:xfrm>
        </p:spPr>
        <p:txBody>
          <a:bodyPr/>
          <a:lstStyle/>
          <a:p>
            <a:pPr algn="l"/>
            <a:r>
              <a:rPr lang="en-US" sz="2500" b="1" dirty="0"/>
              <a:t>* Translating the system requirements into the actual application, database, and technology infrastructure needed for the Blended Learning System.</a:t>
            </a:r>
          </a:p>
          <a:p>
            <a:pPr algn="l"/>
            <a:r>
              <a:rPr lang="en-US" sz="2500" b="1" dirty="0"/>
              <a:t>* For the application — What system components are needed to support instructors, students, and administrators?</a:t>
            </a:r>
          </a:p>
          <a:p>
            <a:pPr algn="l"/>
            <a:r>
              <a:rPr lang="en-US" sz="2500" b="1" dirty="0"/>
              <a:t>    → The system will provide user management, course management, syllabus mapping, learning materials, assessments, and progress monitoring.</a:t>
            </a:r>
          </a:p>
        </p:txBody>
      </p:sp>
      <p:sp>
        <p:nvSpPr>
          <p:cNvPr id="3" name="Footer Placeholder 2">
            <a:extLst>
              <a:ext uri="{FF2B5EF4-FFF2-40B4-BE49-F238E27FC236}">
                <a16:creationId xmlns:a16="http://schemas.microsoft.com/office/drawing/2014/main" id="{7B218AC5-F86F-4C67-A6CE-942AB696BD82}"/>
              </a:ext>
            </a:extLst>
          </p:cNvPr>
          <p:cNvSpPr>
            <a:spLocks noGrp="1"/>
          </p:cNvSpPr>
          <p:nvPr>
            <p:ph type="ftr" sz="quarter" idx="3"/>
          </p:nvPr>
        </p:nvSpPr>
        <p:spPr>
          <a:xfrm rot="5400000">
            <a:off x="10541127" y="1408176"/>
            <a:ext cx="2770499"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EBF20B7A-39DA-4D7C-96BB-B2A9565A4D72}"/>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4</a:t>
            </a:fld>
            <a:endParaRPr lang="en-US" dirty="0"/>
          </a:p>
        </p:txBody>
      </p:sp>
      <p:sp>
        <p:nvSpPr>
          <p:cNvPr id="44" name="Date Placeholder 43">
            <a:extLst>
              <a:ext uri="{FF2B5EF4-FFF2-40B4-BE49-F238E27FC236}">
                <a16:creationId xmlns:a16="http://schemas.microsoft.com/office/drawing/2014/main" id="{1D14AAB3-2E60-4AAE-8C5D-843AD9A98BE6}"/>
              </a:ext>
            </a:extLst>
          </p:cNvPr>
          <p:cNvSpPr>
            <a:spLocks noGrp="1"/>
          </p:cNvSpPr>
          <p:nvPr>
            <p:ph type="dt" sz="half" idx="2"/>
          </p:nvPr>
        </p:nvSpPr>
        <p:spPr>
          <a:xfrm rot="5400000">
            <a:off x="10595991" y="5074920"/>
            <a:ext cx="2647667" cy="365125"/>
          </a:xfrm>
        </p:spPr>
        <p:txBody>
          <a:bodyPr/>
          <a:lstStyle/>
          <a:p>
            <a:r>
              <a:rPr lang="en-US" dirty="0"/>
              <a:t>May 21, 20XX</a:t>
            </a:r>
          </a:p>
        </p:txBody>
      </p:sp>
    </p:spTree>
    <p:extLst>
      <p:ext uri="{BB962C8B-B14F-4D97-AF65-F5344CB8AC3E}">
        <p14:creationId xmlns:p14="http://schemas.microsoft.com/office/powerpoint/2010/main" val="2011919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F92EC24E-3E0A-471B-9A70-B29306D2DABB}"/>
              </a:ext>
            </a:extLst>
          </p:cNvPr>
          <p:cNvSpPr>
            <a:spLocks noGrp="1"/>
          </p:cNvSpPr>
          <p:nvPr>
            <p:ph type="title"/>
          </p:nvPr>
        </p:nvSpPr>
        <p:spPr>
          <a:xfrm>
            <a:off x="2996148" y="205489"/>
            <a:ext cx="6598787" cy="881996"/>
          </a:xfrm>
        </p:spPr>
        <p:txBody>
          <a:bodyPr/>
          <a:lstStyle/>
          <a:p>
            <a:r>
              <a:rPr lang="en-US" dirty="0"/>
              <a:t>Step 3: Apply System to Infrastructure Framework</a:t>
            </a:r>
          </a:p>
        </p:txBody>
      </p:sp>
      <p:sp>
        <p:nvSpPr>
          <p:cNvPr id="39" name="Text Placeholder 38">
            <a:extLst>
              <a:ext uri="{FF2B5EF4-FFF2-40B4-BE49-F238E27FC236}">
                <a16:creationId xmlns:a16="http://schemas.microsoft.com/office/drawing/2014/main" id="{2B0040E8-BBFE-4B5E-9ADF-88F6C234CBAB}"/>
              </a:ext>
            </a:extLst>
          </p:cNvPr>
          <p:cNvSpPr>
            <a:spLocks noGrp="1"/>
          </p:cNvSpPr>
          <p:nvPr>
            <p:ph type="body" sz="quarter" idx="22"/>
          </p:nvPr>
        </p:nvSpPr>
        <p:spPr>
          <a:xfrm>
            <a:off x="133623" y="786552"/>
            <a:ext cx="11610191" cy="6071448"/>
          </a:xfrm>
        </p:spPr>
        <p:txBody>
          <a:bodyPr/>
          <a:lstStyle/>
          <a:p>
            <a:pPr algn="l"/>
            <a:r>
              <a:rPr lang="en-US" sz="2500" b="1" dirty="0"/>
              <a:t>* For the database — What information needs to be stored and managed?</a:t>
            </a:r>
          </a:p>
          <a:p>
            <a:pPr algn="l"/>
            <a:r>
              <a:rPr lang="en-US" sz="2500" b="1" dirty="0"/>
              <a:t>    → MySQL will store user accounts, courses, syllabus details, learning outcomes, materials, assessments, and student progress.</a:t>
            </a:r>
          </a:p>
          <a:p>
            <a:pPr algn="l"/>
            <a:r>
              <a:rPr lang="en-US" sz="2500" b="1" dirty="0"/>
              <a:t>* For the development environment — What technologies will support the system?</a:t>
            </a:r>
          </a:p>
          <a:p>
            <a:pPr algn="l"/>
            <a:r>
              <a:rPr lang="en-US" sz="2500" b="1" dirty="0"/>
              <a:t>    → PHP and CSS will be used for system development, while XAMPP will provide the local server environment.</a:t>
            </a:r>
          </a:p>
          <a:p>
            <a:pPr algn="l"/>
            <a:endParaRPr lang="en-US" sz="2500" b="1" dirty="0"/>
          </a:p>
        </p:txBody>
      </p:sp>
      <p:sp>
        <p:nvSpPr>
          <p:cNvPr id="3" name="Footer Placeholder 2">
            <a:extLst>
              <a:ext uri="{FF2B5EF4-FFF2-40B4-BE49-F238E27FC236}">
                <a16:creationId xmlns:a16="http://schemas.microsoft.com/office/drawing/2014/main" id="{7B218AC5-F86F-4C67-A6CE-942AB696BD82}"/>
              </a:ext>
            </a:extLst>
          </p:cNvPr>
          <p:cNvSpPr>
            <a:spLocks noGrp="1"/>
          </p:cNvSpPr>
          <p:nvPr>
            <p:ph type="ftr" sz="quarter" idx="3"/>
          </p:nvPr>
        </p:nvSpPr>
        <p:spPr>
          <a:xfrm rot="5400000">
            <a:off x="10541127" y="1408176"/>
            <a:ext cx="2770499"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EBF20B7A-39DA-4D7C-96BB-B2A9565A4D72}"/>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5</a:t>
            </a:fld>
            <a:endParaRPr lang="en-US" dirty="0"/>
          </a:p>
        </p:txBody>
      </p:sp>
      <p:sp>
        <p:nvSpPr>
          <p:cNvPr id="44" name="Date Placeholder 43">
            <a:extLst>
              <a:ext uri="{FF2B5EF4-FFF2-40B4-BE49-F238E27FC236}">
                <a16:creationId xmlns:a16="http://schemas.microsoft.com/office/drawing/2014/main" id="{1D14AAB3-2E60-4AAE-8C5D-843AD9A98BE6}"/>
              </a:ext>
            </a:extLst>
          </p:cNvPr>
          <p:cNvSpPr>
            <a:spLocks noGrp="1"/>
          </p:cNvSpPr>
          <p:nvPr>
            <p:ph type="dt" sz="half" idx="2"/>
          </p:nvPr>
        </p:nvSpPr>
        <p:spPr>
          <a:xfrm rot="5400000">
            <a:off x="10595991" y="5074920"/>
            <a:ext cx="2647667" cy="365125"/>
          </a:xfrm>
        </p:spPr>
        <p:txBody>
          <a:bodyPr/>
          <a:lstStyle/>
          <a:p>
            <a:r>
              <a:rPr lang="en-US" dirty="0"/>
              <a:t>May 21, 20XX</a:t>
            </a:r>
          </a:p>
        </p:txBody>
      </p:sp>
    </p:spTree>
    <p:extLst>
      <p:ext uri="{BB962C8B-B14F-4D97-AF65-F5344CB8AC3E}">
        <p14:creationId xmlns:p14="http://schemas.microsoft.com/office/powerpoint/2010/main" val="2230429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le 48">
            <a:extLst>
              <a:ext uri="{FF2B5EF4-FFF2-40B4-BE49-F238E27FC236}">
                <a16:creationId xmlns:a16="http://schemas.microsoft.com/office/drawing/2014/main" id="{7FE51E02-50EB-4E26-B5E1-1B76B0D7B688}"/>
              </a:ext>
            </a:extLst>
          </p:cNvPr>
          <p:cNvSpPr>
            <a:spLocks noGrp="1"/>
          </p:cNvSpPr>
          <p:nvPr>
            <p:ph type="title"/>
          </p:nvPr>
        </p:nvSpPr>
        <p:spPr>
          <a:xfrm>
            <a:off x="3509716" y="375782"/>
            <a:ext cx="4719884" cy="945675"/>
          </a:xfrm>
        </p:spPr>
        <p:txBody>
          <a:bodyPr/>
          <a:lstStyle/>
          <a:p>
            <a:r>
              <a:rPr lang="en-US" b="1" dirty="0">
                <a:highlight>
                  <a:srgbClr val="000080"/>
                </a:highlight>
              </a:rPr>
              <a:t>APPLICATION ARCHITECTURE</a:t>
            </a:r>
          </a:p>
        </p:txBody>
      </p:sp>
      <p:sp>
        <p:nvSpPr>
          <p:cNvPr id="3" name="Footer Placeholder 2">
            <a:extLst>
              <a:ext uri="{FF2B5EF4-FFF2-40B4-BE49-F238E27FC236}">
                <a16:creationId xmlns:a16="http://schemas.microsoft.com/office/drawing/2014/main" id="{4EA344E8-12AB-4BC6-9FA0-D3FFCDFD1616}"/>
              </a:ext>
            </a:extLst>
          </p:cNvPr>
          <p:cNvSpPr>
            <a:spLocks noGrp="1"/>
          </p:cNvSpPr>
          <p:nvPr>
            <p:ph type="ftr" sz="quarter" idx="3"/>
          </p:nvPr>
        </p:nvSpPr>
        <p:spPr>
          <a:xfrm rot="5400000">
            <a:off x="10541127" y="1408176"/>
            <a:ext cx="2770499"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BDAFBEEF-2BDC-48F9-ACA2-5A9324E7BFE5}"/>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6</a:t>
            </a:fld>
            <a:endParaRPr lang="en-US" dirty="0"/>
          </a:p>
        </p:txBody>
      </p:sp>
      <p:sp>
        <p:nvSpPr>
          <p:cNvPr id="16" name="Date Placeholder 15">
            <a:extLst>
              <a:ext uri="{FF2B5EF4-FFF2-40B4-BE49-F238E27FC236}">
                <a16:creationId xmlns:a16="http://schemas.microsoft.com/office/drawing/2014/main" id="{77C3CA95-BC39-41C4-9B87-98BB7EA2D4C1}"/>
              </a:ext>
            </a:extLst>
          </p:cNvPr>
          <p:cNvSpPr>
            <a:spLocks noGrp="1"/>
          </p:cNvSpPr>
          <p:nvPr>
            <p:ph type="dt" sz="half" idx="2"/>
          </p:nvPr>
        </p:nvSpPr>
        <p:spPr>
          <a:xfrm rot="5400000">
            <a:off x="10595991" y="5074920"/>
            <a:ext cx="2647667" cy="365125"/>
          </a:xfrm>
        </p:spPr>
        <p:txBody>
          <a:bodyPr/>
          <a:lstStyle/>
          <a:p>
            <a:r>
              <a:rPr lang="en-US" dirty="0"/>
              <a:t>May 21, 20XX</a:t>
            </a:r>
          </a:p>
        </p:txBody>
      </p:sp>
      <p:pic>
        <p:nvPicPr>
          <p:cNvPr id="5" name="Picture 4">
            <a:extLst>
              <a:ext uri="{FF2B5EF4-FFF2-40B4-BE49-F238E27FC236}">
                <a16:creationId xmlns:a16="http://schemas.microsoft.com/office/drawing/2014/main" id="{BC6656D4-9D52-7568-00FD-CEE835D93DDD}"/>
              </a:ext>
            </a:extLst>
          </p:cNvPr>
          <p:cNvPicPr>
            <a:picLocks noChangeAspect="1"/>
          </p:cNvPicPr>
          <p:nvPr/>
        </p:nvPicPr>
        <p:blipFill>
          <a:blip r:embed="rId2"/>
          <a:stretch>
            <a:fillRect/>
          </a:stretch>
        </p:blipFill>
        <p:spPr>
          <a:xfrm>
            <a:off x="454735" y="1853852"/>
            <a:ext cx="4931457" cy="4070959"/>
          </a:xfrm>
          <a:prstGeom prst="rect">
            <a:avLst/>
          </a:prstGeom>
        </p:spPr>
      </p:pic>
      <p:sp>
        <p:nvSpPr>
          <p:cNvPr id="36" name="Text Placeholder 35">
            <a:extLst>
              <a:ext uri="{FF2B5EF4-FFF2-40B4-BE49-F238E27FC236}">
                <a16:creationId xmlns:a16="http://schemas.microsoft.com/office/drawing/2014/main" id="{2BCE3F0D-5FB0-5CC3-9FC5-D7A514323610}"/>
              </a:ext>
            </a:extLst>
          </p:cNvPr>
          <p:cNvSpPr>
            <a:spLocks noGrp="1"/>
          </p:cNvSpPr>
          <p:nvPr>
            <p:ph type="body" sz="quarter" idx="17"/>
          </p:nvPr>
        </p:nvSpPr>
        <p:spPr>
          <a:xfrm>
            <a:off x="5956790" y="1321457"/>
            <a:ext cx="5887232" cy="5574082"/>
          </a:xfrm>
        </p:spPr>
        <p:txBody>
          <a:bodyPr/>
          <a:lstStyle/>
          <a:p>
            <a:pPr algn="l"/>
            <a:r>
              <a:rPr lang="en-US" sz="2400" b="1" dirty="0"/>
              <a:t>The application architecture shows how the users interact with the Blended Learning System. The administrator, instructors, and students access the system through their devices. The system processes and manages information using PHP and CSS, while MySQL stores user, course, syllabus, assessment, and progress data. XAMPP provides the local server environment used during development and testing.</a:t>
            </a:r>
            <a:endParaRPr lang="en-PH" sz="2400" b="1" dirty="0"/>
          </a:p>
        </p:txBody>
      </p:sp>
    </p:spTree>
    <p:extLst>
      <p:ext uri="{BB962C8B-B14F-4D97-AF65-F5344CB8AC3E}">
        <p14:creationId xmlns:p14="http://schemas.microsoft.com/office/powerpoint/2010/main" val="2961106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itle 39">
            <a:extLst>
              <a:ext uri="{FF2B5EF4-FFF2-40B4-BE49-F238E27FC236}">
                <a16:creationId xmlns:a16="http://schemas.microsoft.com/office/drawing/2014/main" id="{38FEDDED-CB8D-43EC-BAB6-6DB72148B5E9}"/>
              </a:ext>
            </a:extLst>
          </p:cNvPr>
          <p:cNvSpPr>
            <a:spLocks noGrp="1"/>
          </p:cNvSpPr>
          <p:nvPr>
            <p:ph type="title"/>
          </p:nvPr>
        </p:nvSpPr>
        <p:spPr>
          <a:xfrm>
            <a:off x="2693095" y="199607"/>
            <a:ext cx="8668011" cy="981727"/>
          </a:xfrm>
        </p:spPr>
        <p:txBody>
          <a:bodyPr/>
          <a:lstStyle/>
          <a:p>
            <a:r>
              <a:rPr lang="en-US" dirty="0"/>
              <a:t>STEP 4: EVALUATE ADDITIONAL ISSUES</a:t>
            </a:r>
            <a:br>
              <a:rPr lang="en-US" dirty="0"/>
            </a:br>
            <a:endParaRPr lang="en-US" dirty="0"/>
          </a:p>
        </p:txBody>
      </p:sp>
      <p:sp>
        <p:nvSpPr>
          <p:cNvPr id="76" name="Text Placeholder 75">
            <a:extLst>
              <a:ext uri="{FF2B5EF4-FFF2-40B4-BE49-F238E27FC236}">
                <a16:creationId xmlns:a16="http://schemas.microsoft.com/office/drawing/2014/main" id="{E239EA0A-BE2A-46D5-876A-5614B0A7CF0F}"/>
              </a:ext>
            </a:extLst>
          </p:cNvPr>
          <p:cNvSpPr>
            <a:spLocks noGrp="1"/>
          </p:cNvSpPr>
          <p:nvPr>
            <p:ph type="body" sz="quarter" idx="12"/>
          </p:nvPr>
        </p:nvSpPr>
        <p:spPr>
          <a:xfrm>
            <a:off x="2693096" y="814192"/>
            <a:ext cx="4033381" cy="415768"/>
          </a:xfrm>
        </p:spPr>
        <p:txBody>
          <a:bodyPr/>
          <a:lstStyle/>
          <a:p>
            <a:r>
              <a:rPr lang="en-US" dirty="0"/>
              <a:t>System Evaluation Focus</a:t>
            </a:r>
          </a:p>
        </p:txBody>
      </p:sp>
      <p:sp>
        <p:nvSpPr>
          <p:cNvPr id="77" name="Text Placeholder 76">
            <a:extLst>
              <a:ext uri="{FF2B5EF4-FFF2-40B4-BE49-F238E27FC236}">
                <a16:creationId xmlns:a16="http://schemas.microsoft.com/office/drawing/2014/main" id="{92FDC44E-20CB-4210-8DA6-F83A46B39520}"/>
              </a:ext>
            </a:extLst>
          </p:cNvPr>
          <p:cNvSpPr>
            <a:spLocks noGrp="1"/>
          </p:cNvSpPr>
          <p:nvPr>
            <p:ph type="body" sz="quarter" idx="13"/>
          </p:nvPr>
        </p:nvSpPr>
        <p:spPr>
          <a:xfrm>
            <a:off x="2605415" y="1346360"/>
            <a:ext cx="8913604" cy="5234955"/>
          </a:xfrm>
        </p:spPr>
        <p:txBody>
          <a:bodyPr/>
          <a:lstStyle/>
          <a:p>
            <a:r>
              <a:rPr lang="en-US" sz="2600" b="1" dirty="0"/>
              <a:t>* Functionality – Does each system feature work as intended?</a:t>
            </a:r>
          </a:p>
          <a:p>
            <a:r>
              <a:rPr lang="en-US" sz="2600" b="1" dirty="0"/>
              <a:t>* Usability – Can instructors and students use the system easily?</a:t>
            </a:r>
          </a:p>
          <a:p>
            <a:r>
              <a:rPr lang="en-US" sz="2600" b="1" dirty="0"/>
              <a:t>* Performance – Does the system respond properly during use?</a:t>
            </a:r>
          </a:p>
          <a:p>
            <a:r>
              <a:rPr lang="en-US" sz="2600" b="1" dirty="0"/>
              <a:t>* Syllabus Alignment – Are learning outcomes properly connected to lessons and assessments?</a:t>
            </a:r>
          </a:p>
          <a:p>
            <a:r>
              <a:rPr lang="en-US" sz="2600" b="1" dirty="0"/>
              <a:t>* User Feedback – What improvements are needed based on the users’ experience?</a:t>
            </a:r>
          </a:p>
          <a:p>
            <a:endParaRPr lang="en-US" sz="2400" b="1" dirty="0"/>
          </a:p>
        </p:txBody>
      </p:sp>
      <p:sp>
        <p:nvSpPr>
          <p:cNvPr id="19" name="Footer Placeholder 18">
            <a:extLst>
              <a:ext uri="{FF2B5EF4-FFF2-40B4-BE49-F238E27FC236}">
                <a16:creationId xmlns:a16="http://schemas.microsoft.com/office/drawing/2014/main" id="{65EC8A42-193D-43A9-B162-8977ADBDB35A}"/>
              </a:ext>
            </a:extLst>
          </p:cNvPr>
          <p:cNvSpPr>
            <a:spLocks noGrp="1"/>
          </p:cNvSpPr>
          <p:nvPr>
            <p:ph type="ftr" sz="quarter" idx="3"/>
          </p:nvPr>
        </p:nvSpPr>
        <p:spPr>
          <a:xfrm rot="5400000">
            <a:off x="10541127" y="1408176"/>
            <a:ext cx="2770499" cy="365125"/>
          </a:xfrm>
        </p:spPr>
        <p:txBody>
          <a:bodyPr/>
          <a:lstStyle/>
          <a:p>
            <a:r>
              <a:rPr lang="en-US" dirty="0"/>
              <a:t>PRESENTATION TITLE</a:t>
            </a:r>
          </a:p>
        </p:txBody>
      </p:sp>
      <p:sp>
        <p:nvSpPr>
          <p:cNvPr id="20" name="Slide Number Placeholder 19">
            <a:extLst>
              <a:ext uri="{FF2B5EF4-FFF2-40B4-BE49-F238E27FC236}">
                <a16:creationId xmlns:a16="http://schemas.microsoft.com/office/drawing/2014/main" id="{3DD70FC9-BBF2-4AF1-9A64-0FB9216835C5}"/>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7</a:t>
            </a:fld>
            <a:endParaRPr lang="en-US" dirty="0"/>
          </a:p>
        </p:txBody>
      </p:sp>
      <p:sp>
        <p:nvSpPr>
          <p:cNvPr id="41" name="Date Placeholder 40">
            <a:extLst>
              <a:ext uri="{FF2B5EF4-FFF2-40B4-BE49-F238E27FC236}">
                <a16:creationId xmlns:a16="http://schemas.microsoft.com/office/drawing/2014/main" id="{0B1681CB-9789-4D10-B109-32AB0A0751E0}"/>
              </a:ext>
            </a:extLst>
          </p:cNvPr>
          <p:cNvSpPr>
            <a:spLocks noGrp="1"/>
          </p:cNvSpPr>
          <p:nvPr>
            <p:ph type="dt" sz="half" idx="2"/>
          </p:nvPr>
        </p:nvSpPr>
        <p:spPr>
          <a:xfrm rot="5400000">
            <a:off x="10595991" y="5074920"/>
            <a:ext cx="2647667" cy="365125"/>
          </a:xfrm>
        </p:spPr>
        <p:txBody>
          <a:bodyPr/>
          <a:lstStyle/>
          <a:p>
            <a:r>
              <a:rPr lang="en-US" dirty="0"/>
              <a:t>May 21, 20XX</a:t>
            </a:r>
          </a:p>
        </p:txBody>
      </p:sp>
    </p:spTree>
    <p:extLst>
      <p:ext uri="{BB962C8B-B14F-4D97-AF65-F5344CB8AC3E}">
        <p14:creationId xmlns:p14="http://schemas.microsoft.com/office/powerpoint/2010/main" val="1968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val 12">
            <a:extLst>
              <a:ext uri="{FF2B5EF4-FFF2-40B4-BE49-F238E27FC236}">
                <a16:creationId xmlns:a16="http://schemas.microsoft.com/office/drawing/2014/main" id="{B5DCDD26-2EBE-4DA1-88E6-739CC32AAE6D}"/>
              </a:ext>
              <a:ext uri="{C183D7F6-B498-43B3-948B-1728B52AA6E4}">
                <adec:decorative xmlns:adec="http://schemas.microsoft.com/office/drawing/2017/decorative" val="1"/>
              </a:ext>
            </a:extLst>
          </p:cNvPr>
          <p:cNvSpPr/>
          <p:nvPr/>
        </p:nvSpPr>
        <p:spPr>
          <a:xfrm>
            <a:off x="825336" y="1172549"/>
            <a:ext cx="2179446" cy="1584471"/>
          </a:xfrm>
          <a:prstGeom prst="ellipse">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9105DC8A-F469-4525-9B35-A48C39C675D8}"/>
              </a:ext>
              <a:ext uri="{C183D7F6-B498-43B3-948B-1728B52AA6E4}">
                <adec:decorative xmlns:adec="http://schemas.microsoft.com/office/drawing/2017/decorative" val="1"/>
              </a:ext>
            </a:extLst>
          </p:cNvPr>
          <p:cNvSpPr/>
          <p:nvPr/>
        </p:nvSpPr>
        <p:spPr>
          <a:xfrm>
            <a:off x="4637358" y="1139581"/>
            <a:ext cx="2304743" cy="1584471"/>
          </a:xfrm>
          <a:prstGeom prst="ellipse">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83532D8B-A149-411A-B087-EBA1EE6C6225}"/>
              </a:ext>
              <a:ext uri="{C183D7F6-B498-43B3-948B-1728B52AA6E4}">
                <adec:decorative xmlns:adec="http://schemas.microsoft.com/office/drawing/2017/decorative" val="1"/>
              </a:ext>
            </a:extLst>
          </p:cNvPr>
          <p:cNvSpPr/>
          <p:nvPr/>
        </p:nvSpPr>
        <p:spPr>
          <a:xfrm>
            <a:off x="8591865" y="1188798"/>
            <a:ext cx="2383027" cy="1535254"/>
          </a:xfrm>
          <a:prstGeom prst="ellipse">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itle 52">
            <a:extLst>
              <a:ext uri="{FF2B5EF4-FFF2-40B4-BE49-F238E27FC236}">
                <a16:creationId xmlns:a16="http://schemas.microsoft.com/office/drawing/2014/main" id="{24046B9E-C52D-4466-AE77-E724F5B083A6}"/>
              </a:ext>
            </a:extLst>
          </p:cNvPr>
          <p:cNvSpPr>
            <a:spLocks noGrp="1"/>
          </p:cNvSpPr>
          <p:nvPr>
            <p:ph type="title"/>
          </p:nvPr>
        </p:nvSpPr>
        <p:spPr>
          <a:xfrm>
            <a:off x="3347206" y="136647"/>
            <a:ext cx="5611660" cy="1048574"/>
          </a:xfrm>
        </p:spPr>
        <p:txBody>
          <a:bodyPr/>
          <a:lstStyle/>
          <a:p>
            <a:r>
              <a:rPr lang="en-US" dirty="0"/>
              <a:t>SYSTEM BENEFITS</a:t>
            </a:r>
            <a:br>
              <a:rPr lang="en-US" dirty="0"/>
            </a:br>
            <a:endParaRPr lang="en-US" dirty="0"/>
          </a:p>
        </p:txBody>
      </p:sp>
      <p:sp>
        <p:nvSpPr>
          <p:cNvPr id="9" name="Text Placeholder 8">
            <a:extLst>
              <a:ext uri="{FF2B5EF4-FFF2-40B4-BE49-F238E27FC236}">
                <a16:creationId xmlns:a16="http://schemas.microsoft.com/office/drawing/2014/main" id="{628F2B12-A6FB-49BB-8D11-55B45902D329}"/>
              </a:ext>
            </a:extLst>
          </p:cNvPr>
          <p:cNvSpPr>
            <a:spLocks noGrp="1"/>
          </p:cNvSpPr>
          <p:nvPr>
            <p:ph type="body" sz="quarter" idx="19"/>
          </p:nvPr>
        </p:nvSpPr>
        <p:spPr>
          <a:xfrm>
            <a:off x="3576766" y="780353"/>
            <a:ext cx="5152539" cy="359228"/>
          </a:xfrm>
        </p:spPr>
        <p:txBody>
          <a:bodyPr/>
          <a:lstStyle/>
          <a:p>
            <a:r>
              <a:rPr lang="en-US" dirty="0"/>
              <a:t>Expected Benefits</a:t>
            </a:r>
          </a:p>
        </p:txBody>
      </p:sp>
      <p:sp>
        <p:nvSpPr>
          <p:cNvPr id="31" name="Text Placeholder 30">
            <a:extLst>
              <a:ext uri="{FF2B5EF4-FFF2-40B4-BE49-F238E27FC236}">
                <a16:creationId xmlns:a16="http://schemas.microsoft.com/office/drawing/2014/main" id="{5B9D383F-A60F-4C89-8A00-CF569497000A}"/>
              </a:ext>
            </a:extLst>
          </p:cNvPr>
          <p:cNvSpPr>
            <a:spLocks noGrp="1"/>
          </p:cNvSpPr>
          <p:nvPr>
            <p:ph type="body" sz="quarter" idx="26"/>
          </p:nvPr>
        </p:nvSpPr>
        <p:spPr>
          <a:xfrm>
            <a:off x="742157" y="1335274"/>
            <a:ext cx="2304743" cy="1259019"/>
          </a:xfrm>
        </p:spPr>
        <p:txBody>
          <a:bodyPr/>
          <a:lstStyle/>
          <a:p>
            <a:r>
              <a:rPr lang="en-US" dirty="0"/>
              <a:t>Administrators</a:t>
            </a:r>
          </a:p>
        </p:txBody>
      </p:sp>
      <p:sp>
        <p:nvSpPr>
          <p:cNvPr id="32" name="Text Placeholder 31">
            <a:extLst>
              <a:ext uri="{FF2B5EF4-FFF2-40B4-BE49-F238E27FC236}">
                <a16:creationId xmlns:a16="http://schemas.microsoft.com/office/drawing/2014/main" id="{1F406394-948C-4B32-9F32-893A9CDFB903}"/>
              </a:ext>
            </a:extLst>
          </p:cNvPr>
          <p:cNvSpPr>
            <a:spLocks noGrp="1"/>
          </p:cNvSpPr>
          <p:nvPr>
            <p:ph type="body" sz="quarter" idx="27"/>
          </p:nvPr>
        </p:nvSpPr>
        <p:spPr>
          <a:xfrm>
            <a:off x="4747595" y="1433107"/>
            <a:ext cx="2066417" cy="1048575"/>
          </a:xfrm>
        </p:spPr>
        <p:txBody>
          <a:bodyPr/>
          <a:lstStyle/>
          <a:p>
            <a:r>
              <a:rPr lang="en-US" dirty="0"/>
              <a:t>Instructors</a:t>
            </a:r>
          </a:p>
        </p:txBody>
      </p:sp>
      <p:sp>
        <p:nvSpPr>
          <p:cNvPr id="33" name="Text Placeholder 32">
            <a:extLst>
              <a:ext uri="{FF2B5EF4-FFF2-40B4-BE49-F238E27FC236}">
                <a16:creationId xmlns:a16="http://schemas.microsoft.com/office/drawing/2014/main" id="{00564ED2-7D0C-49B7-ABB1-6D7E498CDADA}"/>
              </a:ext>
            </a:extLst>
          </p:cNvPr>
          <p:cNvSpPr>
            <a:spLocks noGrp="1"/>
          </p:cNvSpPr>
          <p:nvPr>
            <p:ph type="body" sz="quarter" idx="28"/>
          </p:nvPr>
        </p:nvSpPr>
        <p:spPr>
          <a:xfrm>
            <a:off x="8873566" y="1433107"/>
            <a:ext cx="1706965" cy="1048575"/>
          </a:xfrm>
        </p:spPr>
        <p:txBody>
          <a:bodyPr/>
          <a:lstStyle/>
          <a:p>
            <a:r>
              <a:rPr lang="en-US" dirty="0"/>
              <a:t>Students</a:t>
            </a:r>
          </a:p>
        </p:txBody>
      </p:sp>
      <p:sp>
        <p:nvSpPr>
          <p:cNvPr id="58" name="Text Placeholder 57">
            <a:extLst>
              <a:ext uri="{FF2B5EF4-FFF2-40B4-BE49-F238E27FC236}">
                <a16:creationId xmlns:a16="http://schemas.microsoft.com/office/drawing/2014/main" id="{D4D6CB0C-A7D9-4409-AB5D-E136D3307DF5}"/>
              </a:ext>
            </a:extLst>
          </p:cNvPr>
          <p:cNvSpPr>
            <a:spLocks noGrp="1"/>
          </p:cNvSpPr>
          <p:nvPr>
            <p:ph type="body" sz="quarter" idx="13"/>
          </p:nvPr>
        </p:nvSpPr>
        <p:spPr>
          <a:xfrm>
            <a:off x="594835" y="2863958"/>
            <a:ext cx="2752371" cy="3068798"/>
          </a:xfrm>
        </p:spPr>
        <p:txBody>
          <a:bodyPr/>
          <a:lstStyle/>
          <a:p>
            <a:pPr algn="l"/>
            <a:r>
              <a:rPr lang="en-US" sz="2500" b="1" dirty="0"/>
              <a:t>* Easier monitoring of courses and academic activities</a:t>
            </a:r>
          </a:p>
          <a:p>
            <a:pPr algn="l"/>
            <a:r>
              <a:rPr lang="en-US" sz="2500" b="1" dirty="0"/>
              <a:t>* Organized records and reports</a:t>
            </a:r>
          </a:p>
          <a:p>
            <a:endParaRPr lang="en-US" dirty="0"/>
          </a:p>
        </p:txBody>
      </p:sp>
      <p:sp>
        <p:nvSpPr>
          <p:cNvPr id="59" name="Text Placeholder 58">
            <a:extLst>
              <a:ext uri="{FF2B5EF4-FFF2-40B4-BE49-F238E27FC236}">
                <a16:creationId xmlns:a16="http://schemas.microsoft.com/office/drawing/2014/main" id="{C57077DD-31D5-47C0-8A51-7084E938B943}"/>
              </a:ext>
            </a:extLst>
          </p:cNvPr>
          <p:cNvSpPr>
            <a:spLocks noGrp="1"/>
          </p:cNvSpPr>
          <p:nvPr>
            <p:ph type="body" sz="quarter" idx="29"/>
          </p:nvPr>
        </p:nvSpPr>
        <p:spPr>
          <a:xfrm>
            <a:off x="4232087" y="2863958"/>
            <a:ext cx="3306871" cy="3456296"/>
          </a:xfrm>
        </p:spPr>
        <p:txBody>
          <a:bodyPr/>
          <a:lstStyle/>
          <a:p>
            <a:pPr algn="l"/>
            <a:r>
              <a:rPr lang="en-US" sz="2500" b="1" dirty="0"/>
              <a:t>* Easier syllabus encoding and mapping</a:t>
            </a:r>
          </a:p>
          <a:p>
            <a:pPr algn="l"/>
            <a:r>
              <a:rPr lang="en-US" sz="2500" b="1" dirty="0"/>
              <a:t>* Better organization of lessons and assessments</a:t>
            </a:r>
          </a:p>
          <a:p>
            <a:pPr algn="l"/>
            <a:r>
              <a:rPr lang="en-US" sz="2500" b="1" dirty="0"/>
              <a:t>* Improved monitoring of learning outcomes</a:t>
            </a:r>
          </a:p>
          <a:p>
            <a:endParaRPr lang="en-US" dirty="0"/>
          </a:p>
        </p:txBody>
      </p:sp>
      <p:sp>
        <p:nvSpPr>
          <p:cNvPr id="60" name="Text Placeholder 59">
            <a:extLst>
              <a:ext uri="{FF2B5EF4-FFF2-40B4-BE49-F238E27FC236}">
                <a16:creationId xmlns:a16="http://schemas.microsoft.com/office/drawing/2014/main" id="{E7D0D0D6-1ED1-462C-B06F-D055EA885C54}"/>
              </a:ext>
            </a:extLst>
          </p:cNvPr>
          <p:cNvSpPr>
            <a:spLocks noGrp="1"/>
          </p:cNvSpPr>
          <p:nvPr>
            <p:ph type="body" sz="quarter" idx="30"/>
          </p:nvPr>
        </p:nvSpPr>
        <p:spPr>
          <a:xfrm>
            <a:off x="8221023" y="2863958"/>
            <a:ext cx="3152609" cy="3586708"/>
          </a:xfrm>
        </p:spPr>
        <p:txBody>
          <a:bodyPr/>
          <a:lstStyle/>
          <a:p>
            <a:pPr algn="l"/>
            <a:r>
              <a:rPr lang="en-US" sz="2500" b="1" dirty="0"/>
              <a:t>* Organized learning materials</a:t>
            </a:r>
          </a:p>
          <a:p>
            <a:pPr algn="l"/>
            <a:r>
              <a:rPr lang="en-US" sz="2500" b="1" dirty="0"/>
              <a:t>* Clearer connection between lessons and assessments</a:t>
            </a:r>
          </a:p>
          <a:p>
            <a:pPr algn="l"/>
            <a:r>
              <a:rPr lang="en-US" sz="2500" b="1" dirty="0"/>
              <a:t>* Easier monitoring of learning progress</a:t>
            </a:r>
          </a:p>
        </p:txBody>
      </p:sp>
      <p:sp>
        <p:nvSpPr>
          <p:cNvPr id="24" name="Footer Placeholder 23">
            <a:extLst>
              <a:ext uri="{FF2B5EF4-FFF2-40B4-BE49-F238E27FC236}">
                <a16:creationId xmlns:a16="http://schemas.microsoft.com/office/drawing/2014/main" id="{4A4EFB0B-EDB6-4E5D-BD82-B6F5A96E2590}"/>
              </a:ext>
            </a:extLst>
          </p:cNvPr>
          <p:cNvSpPr>
            <a:spLocks noGrp="1"/>
          </p:cNvSpPr>
          <p:nvPr>
            <p:ph type="ftr" sz="quarter" idx="3"/>
          </p:nvPr>
        </p:nvSpPr>
        <p:spPr>
          <a:xfrm rot="5400000">
            <a:off x="10541127" y="1408176"/>
            <a:ext cx="2770499" cy="365125"/>
          </a:xfrm>
        </p:spPr>
        <p:txBody>
          <a:bodyPr/>
          <a:lstStyle/>
          <a:p>
            <a:r>
              <a:rPr lang="en-US" dirty="0"/>
              <a:t>PRESENTATION TITLE</a:t>
            </a:r>
          </a:p>
        </p:txBody>
      </p:sp>
      <p:sp>
        <p:nvSpPr>
          <p:cNvPr id="25" name="Slide Number Placeholder 24">
            <a:extLst>
              <a:ext uri="{FF2B5EF4-FFF2-40B4-BE49-F238E27FC236}">
                <a16:creationId xmlns:a16="http://schemas.microsoft.com/office/drawing/2014/main" id="{97A7A317-65B9-416D-A896-F174F465EC69}"/>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8</a:t>
            </a:fld>
            <a:endParaRPr lang="en-US" dirty="0"/>
          </a:p>
        </p:txBody>
      </p:sp>
      <p:sp>
        <p:nvSpPr>
          <p:cNvPr id="43" name="Date Placeholder 42">
            <a:extLst>
              <a:ext uri="{FF2B5EF4-FFF2-40B4-BE49-F238E27FC236}">
                <a16:creationId xmlns:a16="http://schemas.microsoft.com/office/drawing/2014/main" id="{49E5435E-DE0A-40F6-A3B9-79B476E7F639}"/>
              </a:ext>
            </a:extLst>
          </p:cNvPr>
          <p:cNvSpPr>
            <a:spLocks noGrp="1"/>
          </p:cNvSpPr>
          <p:nvPr>
            <p:ph type="dt" sz="half" idx="2"/>
          </p:nvPr>
        </p:nvSpPr>
        <p:spPr>
          <a:xfrm rot="5400000">
            <a:off x="10595991" y="5074920"/>
            <a:ext cx="2647667" cy="365125"/>
          </a:xfrm>
        </p:spPr>
        <p:txBody>
          <a:bodyPr/>
          <a:lstStyle/>
          <a:p>
            <a:r>
              <a:rPr lang="en-US" dirty="0"/>
              <a:t>May 21, 20XX</a:t>
            </a:r>
          </a:p>
        </p:txBody>
      </p:sp>
    </p:spTree>
    <p:extLst>
      <p:ext uri="{BB962C8B-B14F-4D97-AF65-F5344CB8AC3E}">
        <p14:creationId xmlns:p14="http://schemas.microsoft.com/office/powerpoint/2010/main" val="991594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34">
            <a:extLst>
              <a:ext uri="{FF2B5EF4-FFF2-40B4-BE49-F238E27FC236}">
                <a16:creationId xmlns:a16="http://schemas.microsoft.com/office/drawing/2014/main" id="{8ABCBBC9-D2F7-48B4-9184-C97F038376BF}"/>
              </a:ext>
            </a:extLst>
          </p:cNvPr>
          <p:cNvSpPr>
            <a:spLocks noGrp="1"/>
          </p:cNvSpPr>
          <p:nvPr>
            <p:ph type="title"/>
          </p:nvPr>
        </p:nvSpPr>
        <p:spPr>
          <a:xfrm>
            <a:off x="2434082" y="1590738"/>
            <a:ext cx="7323836" cy="743753"/>
          </a:xfrm>
        </p:spPr>
        <p:txBody>
          <a:bodyPr/>
          <a:lstStyle/>
          <a:p>
            <a:r>
              <a:rPr lang="en-US" dirty="0"/>
              <a:t>SUMMARY</a:t>
            </a:r>
          </a:p>
        </p:txBody>
      </p:sp>
      <p:sp>
        <p:nvSpPr>
          <p:cNvPr id="48" name="Text Placeholder 47">
            <a:extLst>
              <a:ext uri="{FF2B5EF4-FFF2-40B4-BE49-F238E27FC236}">
                <a16:creationId xmlns:a16="http://schemas.microsoft.com/office/drawing/2014/main" id="{341596F3-38C6-448D-A0C5-24A7126792CA}"/>
              </a:ext>
            </a:extLst>
          </p:cNvPr>
          <p:cNvSpPr>
            <a:spLocks noGrp="1"/>
          </p:cNvSpPr>
          <p:nvPr>
            <p:ph type="body" sz="quarter" idx="19"/>
          </p:nvPr>
        </p:nvSpPr>
        <p:spPr>
          <a:xfrm>
            <a:off x="1569578" y="2059541"/>
            <a:ext cx="9453327" cy="4798459"/>
          </a:xfrm>
        </p:spPr>
        <p:txBody>
          <a:bodyPr/>
          <a:lstStyle/>
          <a:p>
            <a:r>
              <a:rPr lang="en-US" sz="2500" dirty="0"/>
              <a:t>* The system integrates blended learning and syllabus mapping into one platform.</a:t>
            </a:r>
          </a:p>
          <a:p>
            <a:r>
              <a:rPr lang="en-US" sz="2500" dirty="0"/>
              <a:t>* It connects learning outcomes, lessons, activities, and assessments.</a:t>
            </a:r>
          </a:p>
          <a:p>
            <a:r>
              <a:rPr lang="en-US" sz="2500" dirty="0"/>
              <a:t>* The application uses PHP, CSS, MySQL, and XAMPP for development.</a:t>
            </a:r>
          </a:p>
          <a:p>
            <a:r>
              <a:rPr lang="en-US" sz="2500" dirty="0"/>
              <a:t>* Draw.io is used for system modeling and documentation.</a:t>
            </a:r>
          </a:p>
          <a:p>
            <a:r>
              <a:rPr lang="en-US" sz="2500" dirty="0"/>
              <a:t>* The system aims to improve course organization, syllabus alignment, and learning progress monitoring at I-Tech College Inc.</a:t>
            </a:r>
          </a:p>
        </p:txBody>
      </p:sp>
      <p:sp>
        <p:nvSpPr>
          <p:cNvPr id="43" name="Footer Placeholder 42">
            <a:extLst>
              <a:ext uri="{FF2B5EF4-FFF2-40B4-BE49-F238E27FC236}">
                <a16:creationId xmlns:a16="http://schemas.microsoft.com/office/drawing/2014/main" id="{202891BF-DCB2-480A-BAB9-0C3CDD92BCF0}"/>
              </a:ext>
            </a:extLst>
          </p:cNvPr>
          <p:cNvSpPr>
            <a:spLocks noGrp="1"/>
          </p:cNvSpPr>
          <p:nvPr>
            <p:ph type="ftr" sz="quarter" idx="3"/>
          </p:nvPr>
        </p:nvSpPr>
        <p:spPr>
          <a:xfrm rot="5400000">
            <a:off x="10541127" y="1408176"/>
            <a:ext cx="2770499" cy="365125"/>
          </a:xfrm>
        </p:spPr>
        <p:txBody>
          <a:bodyPr/>
          <a:lstStyle/>
          <a:p>
            <a:r>
              <a:rPr lang="en-US" dirty="0"/>
              <a:t>PRESENTATION TITLE</a:t>
            </a:r>
          </a:p>
        </p:txBody>
      </p:sp>
      <p:sp>
        <p:nvSpPr>
          <p:cNvPr id="44" name="Slide Number Placeholder 43">
            <a:extLst>
              <a:ext uri="{FF2B5EF4-FFF2-40B4-BE49-F238E27FC236}">
                <a16:creationId xmlns:a16="http://schemas.microsoft.com/office/drawing/2014/main" id="{99A1ED1C-790E-44E3-B2F4-DE91FE038861}"/>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9</a:t>
            </a:fld>
            <a:endParaRPr lang="en-US" dirty="0"/>
          </a:p>
        </p:txBody>
      </p:sp>
      <p:sp>
        <p:nvSpPr>
          <p:cNvPr id="18" name="Date Placeholder 17">
            <a:extLst>
              <a:ext uri="{FF2B5EF4-FFF2-40B4-BE49-F238E27FC236}">
                <a16:creationId xmlns:a16="http://schemas.microsoft.com/office/drawing/2014/main" id="{730335FD-83D9-40F9-BCF7-E66D50AA1D11}"/>
              </a:ext>
            </a:extLst>
          </p:cNvPr>
          <p:cNvSpPr>
            <a:spLocks noGrp="1"/>
          </p:cNvSpPr>
          <p:nvPr>
            <p:ph type="dt" sz="half" idx="2"/>
          </p:nvPr>
        </p:nvSpPr>
        <p:spPr>
          <a:xfrm rot="5400000">
            <a:off x="10595991" y="5074920"/>
            <a:ext cx="2647667" cy="365125"/>
          </a:xfrm>
        </p:spPr>
        <p:txBody>
          <a:bodyPr/>
          <a:lstStyle/>
          <a:p>
            <a:r>
              <a:rPr lang="en-US" dirty="0"/>
              <a:t>May 21, 20XX</a:t>
            </a:r>
          </a:p>
        </p:txBody>
      </p:sp>
    </p:spTree>
    <p:extLst>
      <p:ext uri="{BB962C8B-B14F-4D97-AF65-F5344CB8AC3E}">
        <p14:creationId xmlns:p14="http://schemas.microsoft.com/office/powerpoint/2010/main" val="4086334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9EF1D37D-7D53-43D9-B054-3B3A36C7C4FF}"/>
              </a:ext>
            </a:extLst>
          </p:cNvPr>
          <p:cNvSpPr>
            <a:spLocks noGrp="1"/>
          </p:cNvSpPr>
          <p:nvPr>
            <p:ph type="title"/>
          </p:nvPr>
        </p:nvSpPr>
        <p:spPr>
          <a:xfrm>
            <a:off x="1026850" y="563671"/>
            <a:ext cx="5198586" cy="2981195"/>
          </a:xfrm>
        </p:spPr>
        <p:txBody>
          <a:bodyPr/>
          <a:lstStyle/>
          <a:p>
            <a:r>
              <a:rPr lang="en-US" sz="6000" dirty="0"/>
              <a:t>Thank you! </a:t>
            </a:r>
          </a:p>
        </p:txBody>
      </p:sp>
      <p:sp>
        <p:nvSpPr>
          <p:cNvPr id="21" name="Footer Placeholder 20">
            <a:extLst>
              <a:ext uri="{FF2B5EF4-FFF2-40B4-BE49-F238E27FC236}">
                <a16:creationId xmlns:a16="http://schemas.microsoft.com/office/drawing/2014/main" id="{3C259BDD-35DF-471C-9AF0-858004861761}"/>
              </a:ext>
            </a:extLst>
          </p:cNvPr>
          <p:cNvSpPr>
            <a:spLocks noGrp="1"/>
          </p:cNvSpPr>
          <p:nvPr>
            <p:ph type="ftr" sz="quarter" idx="3"/>
          </p:nvPr>
        </p:nvSpPr>
        <p:spPr>
          <a:xfrm rot="5400000">
            <a:off x="10541127" y="1408176"/>
            <a:ext cx="2770499" cy="365125"/>
          </a:xfrm>
        </p:spPr>
        <p:txBody>
          <a:bodyPr/>
          <a:lstStyle/>
          <a:p>
            <a:r>
              <a:rPr lang="en-US" dirty="0"/>
              <a:t>PRESENTATION TITLE</a:t>
            </a:r>
          </a:p>
        </p:txBody>
      </p:sp>
      <p:sp>
        <p:nvSpPr>
          <p:cNvPr id="22" name="Slide Number Placeholder 21">
            <a:extLst>
              <a:ext uri="{FF2B5EF4-FFF2-40B4-BE49-F238E27FC236}">
                <a16:creationId xmlns:a16="http://schemas.microsoft.com/office/drawing/2014/main" id="{D185F1A6-517F-4333-A04B-A1833CCBA402}"/>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10</a:t>
            </a:fld>
            <a:endParaRPr lang="en-US" dirty="0"/>
          </a:p>
        </p:txBody>
      </p:sp>
      <p:sp>
        <p:nvSpPr>
          <p:cNvPr id="14" name="Date Placeholder 13">
            <a:extLst>
              <a:ext uri="{FF2B5EF4-FFF2-40B4-BE49-F238E27FC236}">
                <a16:creationId xmlns:a16="http://schemas.microsoft.com/office/drawing/2014/main" id="{A6332EFB-A5F4-469F-9C70-AB8197068B1A}"/>
              </a:ext>
            </a:extLst>
          </p:cNvPr>
          <p:cNvSpPr>
            <a:spLocks noGrp="1"/>
          </p:cNvSpPr>
          <p:nvPr>
            <p:ph type="dt" sz="half" idx="2"/>
          </p:nvPr>
        </p:nvSpPr>
        <p:spPr>
          <a:xfrm rot="5400000">
            <a:off x="10595991" y="5074920"/>
            <a:ext cx="2647667" cy="365125"/>
          </a:xfrm>
        </p:spPr>
        <p:txBody>
          <a:bodyPr/>
          <a:lstStyle/>
          <a:p>
            <a:r>
              <a:rPr lang="en-US" dirty="0"/>
              <a:t>May 21, 20XX</a:t>
            </a:r>
          </a:p>
        </p:txBody>
      </p:sp>
    </p:spTree>
    <p:extLst>
      <p:ext uri="{BB962C8B-B14F-4D97-AF65-F5344CB8AC3E}">
        <p14:creationId xmlns:p14="http://schemas.microsoft.com/office/powerpoint/2010/main" val="2806944598"/>
      </p:ext>
    </p:extLst>
  </p:cSld>
  <p:clrMapOvr>
    <a:masterClrMapping/>
  </p:clrMapOvr>
</p:sld>
</file>

<file path=ppt/theme/theme1.xml><?xml version="1.0" encoding="utf-8"?>
<a:theme xmlns:a="http://schemas.openxmlformats.org/drawingml/2006/main" name="Office Theme">
  <a:themeElements>
    <a:clrScheme name="Custom 18">
      <a:dk1>
        <a:sysClr val="windowText" lastClr="000000"/>
      </a:dk1>
      <a:lt1>
        <a:sysClr val="window" lastClr="FFFFFF"/>
      </a:lt1>
      <a:dk2>
        <a:srgbClr val="140A59"/>
      </a:dk2>
      <a:lt2>
        <a:srgbClr val="E7E6E6"/>
      </a:lt2>
      <a:accent1>
        <a:srgbClr val="2B0348"/>
      </a:accent1>
      <a:accent2>
        <a:srgbClr val="763788"/>
      </a:accent2>
      <a:accent3>
        <a:srgbClr val="EF050C"/>
      </a:accent3>
      <a:accent4>
        <a:srgbClr val="B01E4C"/>
      </a:accent4>
      <a:accent5>
        <a:srgbClr val="0565FA"/>
      </a:accent5>
      <a:accent6>
        <a:srgbClr val="0BE1FF"/>
      </a:accent6>
      <a:hlink>
        <a:srgbClr val="0563C1"/>
      </a:hlink>
      <a:folHlink>
        <a:srgbClr val="954F72"/>
      </a:folHlink>
    </a:clrScheme>
    <a:fontScheme name="Custom 15">
      <a:majorFont>
        <a:latin typeface="Century Gothic Bold"/>
        <a:ea typeface=""/>
        <a:cs typeface=""/>
      </a:majorFont>
      <a:minorFont>
        <a:latin typeface="Daytona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turistic Pitch Deck_TM56488565_Win32_JC_SL_v4" id="{6C16C3F5-3ABD-4B2B-B436-2E1E9CE9969F}" vid="{647D9492-9D63-44AA-8DEA-C98668FC47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B8A4BC3-D1CE-4BB2-9C42-D67FD92CAF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71989D7-CF02-4DC5-9433-98B600ACA0D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6C2B339A-BBCD-4BF4-A3FE-AE1F9B12F717}">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Futuristic pitch deck</Template>
  <TotalTime>98</TotalTime>
  <Words>668</Words>
  <Application>Microsoft Office PowerPoint</Application>
  <PresentationFormat>Widescreen</PresentationFormat>
  <Paragraphs>91</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Century Gothic Bold</vt:lpstr>
      <vt:lpstr>Courier New</vt:lpstr>
      <vt:lpstr>Daytona Pro Light</vt:lpstr>
      <vt:lpstr>Office Theme</vt:lpstr>
      <vt:lpstr>Blended learning system with syllabus mapping</vt:lpstr>
      <vt:lpstr>STEP 1: DEFINING THE SYSTEM GOALS </vt:lpstr>
      <vt:lpstr>Step 2: Define Related Architectural Goals </vt:lpstr>
      <vt:lpstr>Step 3: Apply System to Infrastructure Framework</vt:lpstr>
      <vt:lpstr>Step 3: Apply System to Infrastructure Framework</vt:lpstr>
      <vt:lpstr>APPLICATION ARCHITECTURE</vt:lpstr>
      <vt:lpstr>STEP 4: EVALUATE ADDITIONAL ISSUES </vt:lpstr>
      <vt:lpstr>SYSTEM BENEFITS </vt:lpstr>
      <vt:lpstr>SUMMARY</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Blended learning system with syllabus mapping</dc:title>
  <dc:creator>Justine Joy Deniola</dc:creator>
  <cp:lastModifiedBy>Justine Joy Deniola</cp:lastModifiedBy>
  <cp:revision>1</cp:revision>
  <dcterms:created xsi:type="dcterms:W3CDTF">2026-08-17T09:48:15Z</dcterms:created>
  <dcterms:modified xsi:type="dcterms:W3CDTF">2026-08-17T11:26:24Z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